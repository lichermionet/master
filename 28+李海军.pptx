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tags/tag2.xml" ContentType="application/vnd.openxmlformats-officedocument.presentationml.tags+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2"/>
    <p:sldMasterId id="2147483674" r:id="rId3"/>
  </p:sldMasterIdLst>
  <p:notesMasterIdLst>
    <p:notesMasterId r:id="rId28"/>
  </p:notesMasterIdLst>
  <p:sldIdLst>
    <p:sldId id="256" r:id="rId4"/>
    <p:sldId id="257" r:id="rId5"/>
    <p:sldId id="258" r:id="rId6"/>
    <p:sldId id="259" r:id="rId7"/>
    <p:sldId id="260" r:id="rId8"/>
    <p:sldId id="337" r:id="rId9"/>
    <p:sldId id="306" r:id="rId10"/>
    <p:sldId id="263" r:id="rId11"/>
    <p:sldId id="264" r:id="rId12"/>
    <p:sldId id="265" r:id="rId13"/>
    <p:sldId id="266" r:id="rId14"/>
    <p:sldId id="343" r:id="rId15"/>
    <p:sldId id="267" r:id="rId16"/>
    <p:sldId id="341" r:id="rId17"/>
    <p:sldId id="290" r:id="rId18"/>
    <p:sldId id="338" r:id="rId19"/>
    <p:sldId id="339" r:id="rId20"/>
    <p:sldId id="340" r:id="rId21"/>
    <p:sldId id="342" r:id="rId22"/>
    <p:sldId id="277" r:id="rId23"/>
    <p:sldId id="284" r:id="rId24"/>
    <p:sldId id="345" r:id="rId25"/>
    <p:sldId id="346" r:id="rId26"/>
    <p:sldId id="285" r:id="rId27"/>
  </p:sldIdLst>
  <p:sldSz cx="12192000" cy="6858000"/>
  <p:notesSz cx="6858000" cy="9144000"/>
  <p:custDataLst>
    <p:tags r:id="rId29"/>
  </p:custData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6D9F66E-5EB9-4882-86FB-DCBF35E3C3E4}" styleName="中度样式 4 - 强调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296" autoAdjust="0"/>
    <p:restoredTop sz="94660"/>
  </p:normalViewPr>
  <p:slideViewPr>
    <p:cSldViewPr snapToGrid="0">
      <p:cViewPr varScale="1">
        <p:scale>
          <a:sx n="151" d="100"/>
          <a:sy n="151" d="100"/>
        </p:scale>
        <p:origin x="678"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 Type="http://schemas.openxmlformats.org/officeDocument/2006/relationships/slideMaster" Target="slideMasters/slideMaster3.xml"/><Relationship Id="rId21" Type="http://schemas.openxmlformats.org/officeDocument/2006/relationships/slide" Target="slides/slide18.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tags" Target="tags/tag1.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theme" Target="theme/theme1.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notesMaster" Target="notesMasters/notesMaster1.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viewProps" Target="viewProp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presProps" Target="presProps.xml"/><Relationship Id="rId8"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14" name="PlaceHolder 1"/>
          <p:cNvSpPr>
            <a:spLocks noGrp="1" noRot="1" noChangeAspect="1"/>
          </p:cNvSpPr>
          <p:nvPr>
            <p:ph type="sldImg"/>
          </p:nvPr>
        </p:nvSpPr>
        <p:spPr>
          <a:xfrm>
            <a:off x="216000" y="812520"/>
            <a:ext cx="7127280" cy="4008960"/>
          </a:xfrm>
          <a:prstGeom prst="rect">
            <a:avLst/>
          </a:prstGeom>
        </p:spPr>
        <p:txBody>
          <a:bodyPr lIns="0" tIns="0" rIns="0" bIns="0" anchor="ctr">
            <a:noAutofit/>
          </a:bodyPr>
          <a:lstStyle/>
          <a:p>
            <a:r>
              <a:rPr lang="zh-CN" sz="1800" b="0" strike="noStrike" spc="-1">
                <a:solidFill>
                  <a:srgbClr val="000000"/>
                </a:solidFill>
                <a:latin typeface="Arial" panose="020B0604020202020204"/>
              </a:rPr>
              <a:t>点击鼠标移动幻灯片</a:t>
            </a:r>
            <a:endParaRPr lang="en-US" sz="1800" b="0" strike="noStrike" spc="-1">
              <a:solidFill>
                <a:srgbClr val="000000"/>
              </a:solidFill>
              <a:latin typeface="Arial" panose="020B0604020202020204"/>
            </a:endParaRPr>
          </a:p>
        </p:txBody>
      </p:sp>
      <p:sp>
        <p:nvSpPr>
          <p:cNvPr id="115" name="PlaceHolder 2"/>
          <p:cNvSpPr>
            <a:spLocks noGrp="1"/>
          </p:cNvSpPr>
          <p:nvPr>
            <p:ph type="body"/>
          </p:nvPr>
        </p:nvSpPr>
        <p:spPr>
          <a:xfrm>
            <a:off x="756000" y="5078520"/>
            <a:ext cx="6047640" cy="4811040"/>
          </a:xfrm>
          <a:prstGeom prst="rect">
            <a:avLst/>
          </a:prstGeom>
        </p:spPr>
        <p:txBody>
          <a:bodyPr lIns="0" tIns="0" rIns="0" bIns="0">
            <a:noAutofit/>
          </a:bodyPr>
          <a:lstStyle/>
          <a:p>
            <a:r>
              <a:rPr lang="zh-CN" sz="2000" b="0" strike="noStrike" spc="-1">
                <a:latin typeface="Arial" panose="020B0604020202020204"/>
              </a:rPr>
              <a:t>点击编辑备注格式</a:t>
            </a:r>
            <a:endParaRPr lang="en-US" sz="2000" b="0" strike="noStrike" spc="-1">
              <a:latin typeface="Arial" panose="020B0604020202020204"/>
            </a:endParaRPr>
          </a:p>
        </p:txBody>
      </p:sp>
      <p:sp>
        <p:nvSpPr>
          <p:cNvPr id="116" name="PlaceHolder 3"/>
          <p:cNvSpPr>
            <a:spLocks noGrp="1"/>
          </p:cNvSpPr>
          <p:nvPr>
            <p:ph type="hdr"/>
          </p:nvPr>
        </p:nvSpPr>
        <p:spPr>
          <a:xfrm>
            <a:off x="0" y="0"/>
            <a:ext cx="3280680" cy="534240"/>
          </a:xfrm>
          <a:prstGeom prst="rect">
            <a:avLst/>
          </a:prstGeom>
        </p:spPr>
        <p:txBody>
          <a:bodyPr lIns="0" tIns="0" rIns="0" bIns="0">
            <a:noAutofit/>
          </a:bodyPr>
          <a:lstStyle/>
          <a:p>
            <a:r>
              <a:rPr lang="en-US" sz="1400" b="0" strike="noStrike" spc="-1">
                <a:latin typeface="Times New Roman" panose="02020603050405020304"/>
              </a:rPr>
              <a:t>&lt;页眉&gt;</a:t>
            </a:r>
          </a:p>
        </p:txBody>
      </p:sp>
      <p:sp>
        <p:nvSpPr>
          <p:cNvPr id="117" name="PlaceHolder 4"/>
          <p:cNvSpPr>
            <a:spLocks noGrp="1"/>
          </p:cNvSpPr>
          <p:nvPr>
            <p:ph type="dt"/>
          </p:nvPr>
        </p:nvSpPr>
        <p:spPr>
          <a:xfrm>
            <a:off x="4278960" y="0"/>
            <a:ext cx="3280680" cy="534240"/>
          </a:xfrm>
          <a:prstGeom prst="rect">
            <a:avLst/>
          </a:prstGeom>
        </p:spPr>
        <p:txBody>
          <a:bodyPr lIns="0" tIns="0" rIns="0" bIns="0">
            <a:noAutofit/>
          </a:bodyPr>
          <a:lstStyle/>
          <a:p>
            <a:pPr algn="r"/>
            <a:r>
              <a:rPr lang="en-US" sz="1400" b="0" strike="noStrike" spc="-1">
                <a:latin typeface="Times New Roman" panose="02020603050405020304"/>
              </a:rPr>
              <a:t>&lt;日期/时间&gt;</a:t>
            </a:r>
          </a:p>
        </p:txBody>
      </p:sp>
      <p:sp>
        <p:nvSpPr>
          <p:cNvPr id="118" name="PlaceHolder 5"/>
          <p:cNvSpPr>
            <a:spLocks noGrp="1"/>
          </p:cNvSpPr>
          <p:nvPr>
            <p:ph type="ftr"/>
          </p:nvPr>
        </p:nvSpPr>
        <p:spPr>
          <a:xfrm>
            <a:off x="0" y="10157400"/>
            <a:ext cx="3280680" cy="534240"/>
          </a:xfrm>
          <a:prstGeom prst="rect">
            <a:avLst/>
          </a:prstGeom>
        </p:spPr>
        <p:txBody>
          <a:bodyPr lIns="0" tIns="0" rIns="0" bIns="0" anchor="b">
            <a:noAutofit/>
          </a:bodyPr>
          <a:lstStyle/>
          <a:p>
            <a:r>
              <a:rPr lang="en-US" sz="1400" b="0" strike="noStrike" spc="-1">
                <a:latin typeface="Times New Roman" panose="02020603050405020304"/>
              </a:rPr>
              <a:t>&lt;页脚&gt;</a:t>
            </a:r>
          </a:p>
        </p:txBody>
      </p:sp>
      <p:sp>
        <p:nvSpPr>
          <p:cNvPr id="119" name="PlaceHolder 6"/>
          <p:cNvSpPr>
            <a:spLocks noGrp="1"/>
          </p:cNvSpPr>
          <p:nvPr>
            <p:ph type="sldNum"/>
          </p:nvPr>
        </p:nvSpPr>
        <p:spPr>
          <a:xfrm>
            <a:off x="4278960" y="10157400"/>
            <a:ext cx="3280680" cy="534240"/>
          </a:xfrm>
          <a:prstGeom prst="rect">
            <a:avLst/>
          </a:prstGeom>
        </p:spPr>
        <p:txBody>
          <a:bodyPr lIns="0" tIns="0" rIns="0" bIns="0" anchor="b">
            <a:noAutofit/>
          </a:bodyPr>
          <a:lstStyle/>
          <a:p>
            <a:pPr algn="r"/>
            <a:fld id="{3301681A-4D63-4E85-88B1-2E83DBB9093A}" type="slidenum">
              <a:rPr lang="en-US" sz="1400" b="0" strike="noStrike" spc="-1">
                <a:latin typeface="Times New Roman" panose="02020603050405020304"/>
              </a:rPr>
              <a:t>‹#›</a:t>
            </a:fld>
            <a:endParaRPr lang="en-US" sz="1400" b="0" strike="noStrike" spc="-1">
              <a:latin typeface="Times New Roman" panose="02020603050405020304"/>
            </a:endParaRPr>
          </a:p>
        </p:txBody>
      </p:sp>
    </p:spTree>
  </p:cSld>
  <p:clrMap bg1="lt1" tx1="dk1" bg2="lt2" tx2="dk2" accent1="accent1" accent2="accent2" accent3="accent3" accent4="accent4" accent5="accent5" accent6="accent6" hlink="hlink" folHlink="folHlink"/>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1" name="PlaceHolder 1"/>
          <p:cNvSpPr>
            <a:spLocks noGrp="1" noRot="1" noChangeAspect="1"/>
          </p:cNvSpPr>
          <p:nvPr>
            <p:ph type="sldImg"/>
          </p:nvPr>
        </p:nvSpPr>
        <p:spPr>
          <a:xfrm>
            <a:off x="685800" y="1143000"/>
            <a:ext cx="5484813" cy="3084513"/>
          </a:xfrm>
          <a:prstGeom prst="rect">
            <a:avLst/>
          </a:prstGeom>
        </p:spPr>
      </p:sp>
      <p:sp>
        <p:nvSpPr>
          <p:cNvPr id="792" name="PlaceHolder 2"/>
          <p:cNvSpPr>
            <a:spLocks noGrp="1"/>
          </p:cNvSpPr>
          <p:nvPr>
            <p:ph type="body"/>
          </p:nvPr>
        </p:nvSpPr>
        <p:spPr>
          <a:xfrm>
            <a:off x="685800" y="4400640"/>
            <a:ext cx="5484600" cy="3598560"/>
          </a:xfrm>
          <a:prstGeom prst="rect">
            <a:avLst/>
          </a:prstGeom>
        </p:spPr>
        <p:txBody>
          <a:bodyPr lIns="0" tIns="0" rIns="0" bIns="0">
            <a:noAutofit/>
          </a:bodyPr>
          <a:lstStyle/>
          <a:p>
            <a:endParaRPr lang="en-US" sz="2000" b="0" strike="noStrike" spc="-1">
              <a:latin typeface="Arial" panose="020B0604020202020204"/>
            </a:endParaRPr>
          </a:p>
        </p:txBody>
      </p:sp>
      <p:sp>
        <p:nvSpPr>
          <p:cNvPr id="793" name="CustomShape 3"/>
          <p:cNvSpPr/>
          <p:nvPr/>
        </p:nvSpPr>
        <p:spPr>
          <a:xfrm>
            <a:off x="3884760" y="8685360"/>
            <a:ext cx="2970000" cy="456840"/>
          </a:xfrm>
          <a:prstGeom prst="rect">
            <a:avLst/>
          </a:prstGeom>
          <a:noFill/>
          <a:ln>
            <a:noFill/>
          </a:ln>
        </p:spPr>
        <p:style>
          <a:lnRef idx="0">
            <a:srgbClr val="FFFFFF"/>
          </a:lnRef>
          <a:fillRef idx="0">
            <a:srgbClr val="FFFFFF"/>
          </a:fillRef>
          <a:effectRef idx="0">
            <a:srgbClr val="FFFFFF"/>
          </a:effectRef>
          <a:fontRef idx="minor"/>
        </p:style>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4" name="PlaceHolder 1"/>
          <p:cNvSpPr>
            <a:spLocks noGrp="1" noRot="1" noChangeAspect="1"/>
          </p:cNvSpPr>
          <p:nvPr>
            <p:ph type="sldImg"/>
          </p:nvPr>
        </p:nvSpPr>
        <p:spPr>
          <a:xfrm>
            <a:off x="685800" y="1143000"/>
            <a:ext cx="5484600" cy="3084480"/>
          </a:xfrm>
          <a:prstGeom prst="rect">
            <a:avLst/>
          </a:prstGeom>
        </p:spPr>
      </p:sp>
      <p:sp>
        <p:nvSpPr>
          <p:cNvPr id="795" name="PlaceHolder 2"/>
          <p:cNvSpPr>
            <a:spLocks noGrp="1"/>
          </p:cNvSpPr>
          <p:nvPr>
            <p:ph type="body"/>
          </p:nvPr>
        </p:nvSpPr>
        <p:spPr>
          <a:xfrm>
            <a:off x="685800" y="4400640"/>
            <a:ext cx="5484600" cy="3598560"/>
          </a:xfrm>
          <a:prstGeom prst="rect">
            <a:avLst/>
          </a:prstGeom>
        </p:spPr>
        <p:txBody>
          <a:bodyPr lIns="0" tIns="0" rIns="0" bIns="0">
            <a:noAutofit/>
          </a:bodyPr>
          <a:lstStyle/>
          <a:p>
            <a:endParaRPr lang="en-US" sz="2000" b="0" strike="noStrike" spc="-1">
              <a:latin typeface="Arial" panose="020B0604020202020204"/>
            </a:endParaRPr>
          </a:p>
        </p:txBody>
      </p:sp>
      <p:sp>
        <p:nvSpPr>
          <p:cNvPr id="796" name="CustomShape 3"/>
          <p:cNvSpPr/>
          <p:nvPr/>
        </p:nvSpPr>
        <p:spPr>
          <a:xfrm>
            <a:off x="3884760" y="8685360"/>
            <a:ext cx="2970000" cy="456840"/>
          </a:xfrm>
          <a:prstGeom prst="rect">
            <a:avLst/>
          </a:prstGeom>
          <a:noFill/>
          <a:ln>
            <a:noFill/>
          </a:ln>
        </p:spPr>
        <p:style>
          <a:lnRef idx="0">
            <a:srgbClr val="FFFFFF"/>
          </a:lnRef>
          <a:fillRef idx="0">
            <a:srgbClr val="FFFFFF"/>
          </a:fillRef>
          <a:effectRef idx="0">
            <a:srgbClr val="FFFFFF"/>
          </a:effectRef>
          <a:fontRef idx="minor"/>
        </p:style>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7" name="PlaceHolder 1"/>
          <p:cNvSpPr>
            <a:spLocks noGrp="1" noRot="1" noChangeAspect="1"/>
          </p:cNvSpPr>
          <p:nvPr>
            <p:ph type="sldImg"/>
          </p:nvPr>
        </p:nvSpPr>
        <p:spPr>
          <a:xfrm>
            <a:off x="685800" y="1143000"/>
            <a:ext cx="5484813" cy="3084513"/>
          </a:xfrm>
          <a:prstGeom prst="rect">
            <a:avLst/>
          </a:prstGeom>
        </p:spPr>
      </p:sp>
      <p:sp>
        <p:nvSpPr>
          <p:cNvPr id="798" name="PlaceHolder 2"/>
          <p:cNvSpPr>
            <a:spLocks noGrp="1"/>
          </p:cNvSpPr>
          <p:nvPr>
            <p:ph type="body"/>
          </p:nvPr>
        </p:nvSpPr>
        <p:spPr>
          <a:xfrm>
            <a:off x="685800" y="4400640"/>
            <a:ext cx="5484600" cy="3598560"/>
          </a:xfrm>
          <a:prstGeom prst="rect">
            <a:avLst/>
          </a:prstGeom>
        </p:spPr>
        <p:txBody>
          <a:bodyPr lIns="0" tIns="0" rIns="0" bIns="0">
            <a:noAutofit/>
          </a:bodyPr>
          <a:lstStyle/>
          <a:p>
            <a:endParaRPr lang="zh-CN" altLang="en-US" sz="2000" b="0" strike="noStrike" spc="-1" dirty="0">
              <a:latin typeface="Arial" panose="020B0604020202020204"/>
            </a:endParaRPr>
          </a:p>
        </p:txBody>
      </p:sp>
      <p:sp>
        <p:nvSpPr>
          <p:cNvPr id="799" name="CustomShape 3"/>
          <p:cNvSpPr/>
          <p:nvPr/>
        </p:nvSpPr>
        <p:spPr>
          <a:xfrm>
            <a:off x="3884760" y="8685360"/>
            <a:ext cx="2970000" cy="456840"/>
          </a:xfrm>
          <a:prstGeom prst="rect">
            <a:avLst/>
          </a:prstGeom>
          <a:noFill/>
          <a:ln>
            <a:noFill/>
          </a:ln>
        </p:spPr>
        <p:style>
          <a:lnRef idx="0">
            <a:srgbClr val="FFFFFF"/>
          </a:lnRef>
          <a:fillRef idx="0">
            <a:srgbClr val="FFFFFF"/>
          </a:fillRef>
          <a:effectRef idx="0">
            <a:srgbClr val="FFFFFF"/>
          </a:effectRef>
          <a:fontRef idx="minor"/>
        </p:style>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0" name="PlaceHolder 1"/>
          <p:cNvSpPr>
            <a:spLocks noGrp="1" noRot="1" noChangeAspect="1"/>
          </p:cNvSpPr>
          <p:nvPr>
            <p:ph type="sldImg"/>
          </p:nvPr>
        </p:nvSpPr>
        <p:spPr>
          <a:xfrm>
            <a:off x="685800" y="1143000"/>
            <a:ext cx="5484813" cy="3084513"/>
          </a:xfrm>
          <a:prstGeom prst="rect">
            <a:avLst/>
          </a:prstGeom>
        </p:spPr>
      </p:sp>
      <p:sp>
        <p:nvSpPr>
          <p:cNvPr id="801" name="PlaceHolder 2"/>
          <p:cNvSpPr>
            <a:spLocks noGrp="1"/>
          </p:cNvSpPr>
          <p:nvPr>
            <p:ph type="body"/>
          </p:nvPr>
        </p:nvSpPr>
        <p:spPr>
          <a:xfrm>
            <a:off x="685800" y="4400640"/>
            <a:ext cx="5484600" cy="3598560"/>
          </a:xfrm>
          <a:prstGeom prst="rect">
            <a:avLst/>
          </a:prstGeom>
        </p:spPr>
        <p:txBody>
          <a:bodyPr lIns="0" tIns="0" rIns="0" bIns="0">
            <a:noAutofit/>
          </a:bodyPr>
          <a:lstStyle/>
          <a:p>
            <a:pPr indent="457200" fontAlgn="auto">
              <a:lnSpc>
                <a:spcPct val="150000"/>
              </a:lnSpc>
              <a:spcBef>
                <a:spcPts val="500"/>
              </a:spcBef>
              <a:tabLst>
                <a:tab pos="0" algn="l"/>
              </a:tabLst>
            </a:pPr>
            <a:endParaRPr lang="en-US" sz="2000" b="0" strike="noStrike" spc="-1" dirty="0">
              <a:latin typeface="Arial" panose="020B0604020202020204"/>
            </a:endParaRPr>
          </a:p>
        </p:txBody>
      </p:sp>
      <p:sp>
        <p:nvSpPr>
          <p:cNvPr id="802" name="CustomShape 3"/>
          <p:cNvSpPr/>
          <p:nvPr/>
        </p:nvSpPr>
        <p:spPr>
          <a:xfrm>
            <a:off x="3884760" y="8685360"/>
            <a:ext cx="2970000" cy="456840"/>
          </a:xfrm>
          <a:prstGeom prst="rect">
            <a:avLst/>
          </a:prstGeom>
          <a:noFill/>
          <a:ln>
            <a:noFill/>
          </a:ln>
        </p:spPr>
        <p:style>
          <a:lnRef idx="0">
            <a:srgbClr val="FFFFFF"/>
          </a:lnRef>
          <a:fillRef idx="0">
            <a:srgbClr val="FFFFFF"/>
          </a:fillRef>
          <a:effectRef idx="0">
            <a:srgbClr val="FFFFFF"/>
          </a:effectRef>
          <a:fontRef idx="minor"/>
        </p:style>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9B0385-E4E5-EF06-E66D-5148354DC1C5}"/>
            </a:ext>
          </a:extLst>
        </p:cNvPr>
        <p:cNvGrpSpPr/>
        <p:nvPr/>
      </p:nvGrpSpPr>
      <p:grpSpPr>
        <a:xfrm>
          <a:off x="0" y="0"/>
          <a:ext cx="0" cy="0"/>
          <a:chOff x="0" y="0"/>
          <a:chExt cx="0" cy="0"/>
        </a:xfrm>
      </p:grpSpPr>
      <p:sp>
        <p:nvSpPr>
          <p:cNvPr id="800" name="PlaceHolder 1">
            <a:extLst>
              <a:ext uri="{FF2B5EF4-FFF2-40B4-BE49-F238E27FC236}">
                <a16:creationId xmlns:a16="http://schemas.microsoft.com/office/drawing/2014/main" id="{AD25F693-B0B1-3D46-5F3D-6E8A1820CBA8}"/>
              </a:ext>
            </a:extLst>
          </p:cNvPr>
          <p:cNvSpPr>
            <a:spLocks noGrp="1" noRot="1" noChangeAspect="1"/>
          </p:cNvSpPr>
          <p:nvPr>
            <p:ph type="sldImg"/>
          </p:nvPr>
        </p:nvSpPr>
        <p:spPr>
          <a:xfrm>
            <a:off x="685800" y="1143000"/>
            <a:ext cx="5484813" cy="3084513"/>
          </a:xfrm>
          <a:prstGeom prst="rect">
            <a:avLst/>
          </a:prstGeom>
        </p:spPr>
      </p:sp>
      <p:sp>
        <p:nvSpPr>
          <p:cNvPr id="801" name="PlaceHolder 2">
            <a:extLst>
              <a:ext uri="{FF2B5EF4-FFF2-40B4-BE49-F238E27FC236}">
                <a16:creationId xmlns:a16="http://schemas.microsoft.com/office/drawing/2014/main" id="{136EF101-49B9-C4E7-4244-BE5814C78EAC}"/>
              </a:ext>
            </a:extLst>
          </p:cNvPr>
          <p:cNvSpPr>
            <a:spLocks noGrp="1"/>
          </p:cNvSpPr>
          <p:nvPr>
            <p:ph type="body"/>
          </p:nvPr>
        </p:nvSpPr>
        <p:spPr>
          <a:xfrm>
            <a:off x="685800" y="4400640"/>
            <a:ext cx="5484600" cy="3598560"/>
          </a:xfrm>
          <a:prstGeom prst="rect">
            <a:avLst/>
          </a:prstGeom>
        </p:spPr>
        <p:txBody>
          <a:bodyPr lIns="0" tIns="0" rIns="0" bIns="0">
            <a:noAutofit/>
          </a:bodyPr>
          <a:lstStyle/>
          <a:p>
            <a:pPr indent="457200" fontAlgn="auto">
              <a:lnSpc>
                <a:spcPct val="150000"/>
              </a:lnSpc>
              <a:spcBef>
                <a:spcPts val="500"/>
              </a:spcBef>
              <a:tabLst>
                <a:tab pos="0" algn="l"/>
              </a:tabLst>
            </a:pPr>
            <a:endParaRPr lang="en-US" sz="2000" b="0" strike="noStrike" spc="-1" dirty="0">
              <a:latin typeface="Arial" panose="020B0604020202020204"/>
            </a:endParaRPr>
          </a:p>
        </p:txBody>
      </p:sp>
      <p:sp>
        <p:nvSpPr>
          <p:cNvPr id="802" name="CustomShape 3">
            <a:extLst>
              <a:ext uri="{FF2B5EF4-FFF2-40B4-BE49-F238E27FC236}">
                <a16:creationId xmlns:a16="http://schemas.microsoft.com/office/drawing/2014/main" id="{3812E262-82BA-575C-6D43-295F7B60DB63}"/>
              </a:ext>
            </a:extLst>
          </p:cNvPr>
          <p:cNvSpPr/>
          <p:nvPr/>
        </p:nvSpPr>
        <p:spPr>
          <a:xfrm>
            <a:off x="3884760" y="8685360"/>
            <a:ext cx="2970000" cy="456840"/>
          </a:xfrm>
          <a:prstGeom prst="rect">
            <a:avLst/>
          </a:prstGeom>
          <a:noFill/>
          <a:ln>
            <a:noFill/>
          </a:ln>
        </p:spPr>
        <p:style>
          <a:lnRef idx="0">
            <a:srgbClr val="FFFFFF"/>
          </a:lnRef>
          <a:fillRef idx="0">
            <a:srgbClr val="FFFFFF"/>
          </a:fillRef>
          <a:effectRef idx="0">
            <a:srgbClr val="FFFFFF"/>
          </a:effectRef>
          <a:fontRef idx="minor"/>
        </p:style>
      </p:sp>
    </p:spTree>
    <p:extLst>
      <p:ext uri="{BB962C8B-B14F-4D97-AF65-F5344CB8AC3E}">
        <p14:creationId xmlns:p14="http://schemas.microsoft.com/office/powerpoint/2010/main" val="374520064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6" name="PlaceHolder 1"/>
          <p:cNvSpPr>
            <a:spLocks noGrp="1" noRot="1" noChangeAspect="1"/>
          </p:cNvSpPr>
          <p:nvPr>
            <p:ph type="sldImg"/>
          </p:nvPr>
        </p:nvSpPr>
        <p:spPr>
          <a:xfrm>
            <a:off x="217488" y="812800"/>
            <a:ext cx="7123112" cy="4006850"/>
          </a:xfrm>
          <a:prstGeom prst="rect">
            <a:avLst/>
          </a:prstGeom>
        </p:spPr>
      </p:sp>
      <p:sp>
        <p:nvSpPr>
          <p:cNvPr id="807" name="PlaceHolder 2"/>
          <p:cNvSpPr>
            <a:spLocks noGrp="1"/>
          </p:cNvSpPr>
          <p:nvPr>
            <p:ph type="body"/>
          </p:nvPr>
        </p:nvSpPr>
        <p:spPr>
          <a:xfrm>
            <a:off x="756000" y="5078520"/>
            <a:ext cx="6046560" cy="4809960"/>
          </a:xfrm>
          <a:prstGeom prst="rect">
            <a:avLst/>
          </a:prstGeom>
        </p:spPr>
        <p:txBody>
          <a:bodyPr lIns="0" tIns="0" rIns="0" bIns="0">
            <a:noAutofit/>
          </a:bodyPr>
          <a:lstStyle/>
          <a:p>
            <a:pPr marL="215900" indent="-215900">
              <a:lnSpc>
                <a:spcPts val="2000"/>
              </a:lnSpc>
              <a:tabLst>
                <a:tab pos="0" algn="l"/>
              </a:tabLst>
            </a:pPr>
            <a:endParaRPr lang="en-US" sz="2000" b="0" strike="noStrike" spc="-1" dirty="0">
              <a:latin typeface="Arial" panose="020B0604020202020204"/>
            </a:endParaRPr>
          </a:p>
        </p:txBody>
      </p:sp>
      <p:sp>
        <p:nvSpPr>
          <p:cNvPr id="808" name="CustomShape 3"/>
          <p:cNvSpPr/>
          <p:nvPr/>
        </p:nvSpPr>
        <p:spPr>
          <a:xfrm>
            <a:off x="4278960" y="10157400"/>
            <a:ext cx="3279600" cy="533160"/>
          </a:xfrm>
          <a:prstGeom prst="rect">
            <a:avLst/>
          </a:prstGeom>
          <a:noFill/>
          <a:ln>
            <a:noFill/>
          </a:ln>
        </p:spPr>
        <p:style>
          <a:lnRef idx="0">
            <a:srgbClr val="FFFFFF"/>
          </a:lnRef>
          <a:fillRef idx="0">
            <a:srgbClr val="FFFFFF"/>
          </a:fillRef>
          <a:effectRef idx="0">
            <a:srgbClr val="FFFFFF"/>
          </a:effectRef>
          <a:fontRef idx="minor"/>
        </p:style>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9" name="PlaceHolder 1"/>
          <p:cNvSpPr>
            <a:spLocks noGrp="1" noRot="1" noChangeAspect="1"/>
          </p:cNvSpPr>
          <p:nvPr>
            <p:ph type="sldImg"/>
          </p:nvPr>
        </p:nvSpPr>
        <p:spPr>
          <a:xfrm>
            <a:off x="685800" y="1143000"/>
            <a:ext cx="5484813" cy="3084513"/>
          </a:xfrm>
          <a:prstGeom prst="rect">
            <a:avLst/>
          </a:prstGeom>
        </p:spPr>
      </p:sp>
      <p:sp>
        <p:nvSpPr>
          <p:cNvPr id="810" name="PlaceHolder 2"/>
          <p:cNvSpPr>
            <a:spLocks noGrp="1"/>
          </p:cNvSpPr>
          <p:nvPr>
            <p:ph type="body"/>
          </p:nvPr>
        </p:nvSpPr>
        <p:spPr>
          <a:xfrm>
            <a:off x="685800" y="4400640"/>
            <a:ext cx="5484600" cy="3598560"/>
          </a:xfrm>
          <a:prstGeom prst="rect">
            <a:avLst/>
          </a:prstGeom>
        </p:spPr>
        <p:txBody>
          <a:bodyPr lIns="0" tIns="0" rIns="0" bIns="0">
            <a:noAutofit/>
          </a:bodyPr>
          <a:lstStyle/>
          <a:p>
            <a:pPr>
              <a:lnSpc>
                <a:spcPts val="1700"/>
              </a:lnSpc>
              <a:tabLst>
                <a:tab pos="0" algn="l"/>
              </a:tabLst>
            </a:pPr>
            <a:r>
              <a:rPr lang="zh-CN" sz="2000" b="0" strike="noStrike" spc="-1">
                <a:latin typeface="Arial" panose="020B0604020202020204"/>
              </a:rPr>
              <a:t>根据总体目标，我们列出总体方案的技术路线图</a:t>
            </a:r>
            <a:r>
              <a:rPr lang="en-US" altLang="zh-CN" sz="2000" b="0" strike="noStrike" spc="-1">
                <a:latin typeface="Arial" panose="020B0604020202020204"/>
              </a:rPr>
              <a:t> </a:t>
            </a:r>
            <a:r>
              <a:rPr lang="zh-CN" altLang="en-US" sz="2000" b="0" strike="noStrike" spc="-1">
                <a:latin typeface="Arial" panose="020B0604020202020204"/>
              </a:rPr>
              <a:t>首先我们输入视频</a:t>
            </a:r>
            <a:r>
              <a:rPr lang="en-US" altLang="zh-CN" sz="2000" b="0" strike="noStrike" spc="-1">
                <a:latin typeface="Arial" panose="020B0604020202020204"/>
              </a:rPr>
              <a:t>    </a:t>
            </a:r>
            <a:r>
              <a:rPr lang="zh-CN" altLang="en-US" sz="2000" b="0" strike="noStrike" spc="-1">
                <a:latin typeface="Arial" panose="020B0604020202020204"/>
              </a:rPr>
              <a:t>将视频帧进行多源数据提取处理</a:t>
            </a:r>
            <a:r>
              <a:rPr lang="en-US" altLang="zh-CN" sz="2000" b="0" strike="noStrike" spc="-1">
                <a:latin typeface="Arial" panose="020B0604020202020204"/>
              </a:rPr>
              <a:t>     </a:t>
            </a:r>
            <a:r>
              <a:rPr lang="zh-CN" altLang="en-US" sz="2000" b="0" strike="noStrike" spc="-1">
                <a:latin typeface="Arial" panose="020B0604020202020204"/>
              </a:rPr>
              <a:t>通过我</a:t>
            </a:r>
            <a:r>
              <a:rPr lang="en-US" altLang="zh-CN" sz="2000" b="0" strike="noStrike" spc="-1">
                <a:latin typeface="Arial" panose="020B0604020202020204"/>
              </a:rPr>
              <a:t>i</a:t>
            </a:r>
            <a:r>
              <a:rPr lang="zh-CN" altLang="en-US" sz="2000" b="0" strike="noStrike" spc="-1">
                <a:latin typeface="Arial" panose="020B0604020202020204"/>
              </a:rPr>
              <a:t>们的研究点一</a:t>
            </a:r>
            <a:r>
              <a:rPr lang="en-US" altLang="zh-CN" sz="2000" b="0" strike="noStrike" spc="-1">
                <a:latin typeface="Arial" panose="020B0604020202020204"/>
              </a:rPr>
              <a:t> </a:t>
            </a:r>
            <a:r>
              <a:rPr lang="zh-CN" sz="2000" b="1" strike="noStrike">
                <a:solidFill>
                  <a:srgbClr val="3B3838"/>
                </a:solidFill>
                <a:latin typeface="Arial" panose="020B0604020202020204"/>
                <a:ea typeface="宋体" panose="02010600030101010101" pitchFamily="2" charset="-122"/>
                <a:sym typeface="+mn-ea"/>
              </a:rPr>
              <a:t>多因子概率图模型驱动的重叠度估计计算</a:t>
            </a:r>
            <a:r>
              <a:rPr lang="en-US" altLang="zh-CN" sz="2000" b="1" strike="noStrike">
                <a:solidFill>
                  <a:srgbClr val="3B3838"/>
                </a:solidFill>
                <a:latin typeface="Arial" panose="020B0604020202020204"/>
                <a:ea typeface="宋体" panose="02010600030101010101" pitchFamily="2" charset="-122"/>
                <a:sym typeface="+mn-ea"/>
              </a:rPr>
              <a:t>  </a:t>
            </a:r>
            <a:r>
              <a:rPr lang="zh-CN" altLang="en-US" sz="2000" b="1" strike="noStrike">
                <a:solidFill>
                  <a:srgbClr val="3B3838"/>
                </a:solidFill>
                <a:latin typeface="Arial" panose="020B0604020202020204"/>
                <a:ea typeface="宋体" panose="02010600030101010101" pitchFamily="2" charset="-122"/>
                <a:sym typeface="+mn-ea"/>
              </a:rPr>
              <a:t>再</a:t>
            </a:r>
            <a:r>
              <a:rPr lang="zh-CN" sz="2000" b="1" strike="noStrike">
                <a:solidFill>
                  <a:srgbClr val="3B3838"/>
                </a:solidFill>
                <a:latin typeface="Arial" panose="020B0604020202020204"/>
                <a:ea typeface="宋体" panose="02010600030101010101" pitchFamily="2" charset="-122"/>
                <a:sym typeface="+mn-ea"/>
              </a:rPr>
              <a:t>采用自适应关键帧选择策略＋不确定性感知，在跟踪不稳定时及时插入关键帧确保系统稳定性</a:t>
            </a:r>
            <a:r>
              <a:rPr lang="en-US" altLang="zh-CN" sz="2000" b="1" strike="noStrike">
                <a:solidFill>
                  <a:srgbClr val="3B3838"/>
                </a:solidFill>
                <a:latin typeface="Arial" panose="020B0604020202020204"/>
                <a:ea typeface="宋体" panose="02010600030101010101" pitchFamily="2" charset="-122"/>
                <a:sym typeface="+mn-ea"/>
              </a:rPr>
              <a:t> </a:t>
            </a:r>
            <a:r>
              <a:rPr lang="zh-CN" altLang="en-US" sz="2000" b="1" strike="noStrike">
                <a:solidFill>
                  <a:srgbClr val="3B3838"/>
                </a:solidFill>
                <a:latin typeface="Arial" panose="020B0604020202020204"/>
                <a:ea typeface="宋体" panose="02010600030101010101" pitchFamily="2" charset="-122"/>
                <a:sym typeface="+mn-ea"/>
              </a:rPr>
              <a:t>从而额形成一个鲁棒三维的闭环重建系统</a:t>
            </a:r>
            <a:endParaRPr lang="en-US" sz="2000" b="0" strike="noStrike" spc="-1">
              <a:latin typeface="Arial" panose="020B0604020202020204"/>
            </a:endParaRPr>
          </a:p>
          <a:p>
            <a:pPr>
              <a:lnSpc>
                <a:spcPts val="1700"/>
              </a:lnSpc>
              <a:tabLst>
                <a:tab pos="0" algn="l"/>
              </a:tabLst>
            </a:pPr>
            <a:endParaRPr lang="zh-CN" altLang="en-US" sz="2000" b="1" strike="noStrike">
              <a:solidFill>
                <a:srgbClr val="3B3838"/>
              </a:solidFill>
              <a:latin typeface="Arial" panose="020B0604020202020204"/>
              <a:ea typeface="宋体" panose="02010600030101010101" pitchFamily="2" charset="-122"/>
              <a:sym typeface="+mn-ea"/>
            </a:endParaRPr>
          </a:p>
        </p:txBody>
      </p:sp>
      <p:sp>
        <p:nvSpPr>
          <p:cNvPr id="811" name="CustomShape 3"/>
          <p:cNvSpPr/>
          <p:nvPr/>
        </p:nvSpPr>
        <p:spPr>
          <a:xfrm>
            <a:off x="3884760" y="8685360"/>
            <a:ext cx="2970000" cy="456840"/>
          </a:xfrm>
          <a:prstGeom prst="rect">
            <a:avLst/>
          </a:prstGeom>
          <a:noFill/>
          <a:ln>
            <a:noFill/>
          </a:ln>
        </p:spPr>
        <p:style>
          <a:lnRef idx="0">
            <a:srgbClr val="FFFFFF"/>
          </a:lnRef>
          <a:fillRef idx="0">
            <a:srgbClr val="FFFFFF"/>
          </a:fillRef>
          <a:effectRef idx="0">
            <a:srgbClr val="FFFFFF"/>
          </a:effectRef>
          <a:fontRef idx="minor"/>
        </p:style>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2" name="PlaceHolder 1"/>
          <p:cNvSpPr>
            <a:spLocks noGrp="1" noRot="1" noChangeAspect="1"/>
          </p:cNvSpPr>
          <p:nvPr>
            <p:ph type="sldImg"/>
          </p:nvPr>
        </p:nvSpPr>
        <p:spPr>
          <a:xfrm>
            <a:off x="685800" y="1143000"/>
            <a:ext cx="5484813" cy="3084513"/>
          </a:xfrm>
          <a:prstGeom prst="rect">
            <a:avLst/>
          </a:prstGeom>
        </p:spPr>
      </p:sp>
      <p:sp>
        <p:nvSpPr>
          <p:cNvPr id="813" name="PlaceHolder 2"/>
          <p:cNvSpPr>
            <a:spLocks noGrp="1"/>
          </p:cNvSpPr>
          <p:nvPr>
            <p:ph type="body"/>
          </p:nvPr>
        </p:nvSpPr>
        <p:spPr>
          <a:xfrm>
            <a:off x="685800" y="4400640"/>
            <a:ext cx="5484600" cy="3598560"/>
          </a:xfrm>
          <a:prstGeom prst="rect">
            <a:avLst/>
          </a:prstGeom>
        </p:spPr>
        <p:txBody>
          <a:bodyPr lIns="0" tIns="0" rIns="0" bIns="0">
            <a:noAutofit/>
          </a:bodyPr>
          <a:lstStyle/>
          <a:p>
            <a:pPr marL="215900" indent="-215900">
              <a:lnSpc>
                <a:spcPct val="100000"/>
              </a:lnSpc>
            </a:pPr>
            <a:r>
              <a:rPr lang="en-US" sz="4400" b="0" strike="noStrike" spc="-1">
                <a:latin typeface="Arial" panose="020B0604020202020204"/>
              </a:rPr>
              <a:t> </a:t>
            </a:r>
            <a:r>
              <a:rPr lang="zh-CN" sz="4400" b="0" strike="noStrike" spc="-1">
                <a:latin typeface="Arial" panose="020B0604020202020204"/>
              </a:rPr>
              <a:t>本文方法：我们采用完整贝叶斯推断链，该过程将传统基于确定性几何距离的关键帧重叠度计算   重构为贝叶斯推断问题 系统从单帧图像中提取几何信息、外观信息、运动信息三类异构信息，分别建模为似然函数，与先验分布融合后得到重叠度的后验概率分布，最终输出后验期望作为决策依据。</a:t>
            </a:r>
            <a:endParaRPr lang="en-US" sz="4400" b="0" strike="noStrike" spc="-1">
              <a:latin typeface="Arial" panose="020B0604020202020204"/>
            </a:endParaRPr>
          </a:p>
          <a:p>
            <a:pPr marL="215900" indent="-215900">
              <a:lnSpc>
                <a:spcPct val="100000"/>
              </a:lnSpc>
            </a:pPr>
            <a:endParaRPr lang="en-US" sz="4400" b="0" strike="noStrike" spc="-1">
              <a:latin typeface="Arial" panose="020B0604020202020204"/>
            </a:endParaRPr>
          </a:p>
        </p:txBody>
      </p:sp>
      <p:sp>
        <p:nvSpPr>
          <p:cNvPr id="814" name="CustomShape 3"/>
          <p:cNvSpPr/>
          <p:nvPr/>
        </p:nvSpPr>
        <p:spPr>
          <a:xfrm>
            <a:off x="3884760" y="8685360"/>
            <a:ext cx="2970000" cy="456840"/>
          </a:xfrm>
          <a:prstGeom prst="rect">
            <a:avLst/>
          </a:prstGeom>
          <a:noFill/>
          <a:ln>
            <a:noFill/>
          </a:ln>
        </p:spPr>
        <p:style>
          <a:lnRef idx="0">
            <a:srgbClr val="FFFFFF"/>
          </a:lnRef>
          <a:fillRef idx="0">
            <a:srgbClr val="FFFFFF"/>
          </a:fillRef>
          <a:effectRef idx="0">
            <a:srgbClr val="FFFFFF"/>
          </a:effectRef>
          <a:fontRef idx="minor"/>
        </p:style>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5" name="PlaceHolder 1"/>
          <p:cNvSpPr>
            <a:spLocks noGrp="1" noRot="1" noChangeAspect="1"/>
          </p:cNvSpPr>
          <p:nvPr>
            <p:ph type="sldImg"/>
          </p:nvPr>
        </p:nvSpPr>
        <p:spPr>
          <a:xfrm>
            <a:off x="685800" y="1143000"/>
            <a:ext cx="5484813" cy="3084513"/>
          </a:xfrm>
          <a:prstGeom prst="rect">
            <a:avLst/>
          </a:prstGeom>
        </p:spPr>
      </p:sp>
      <p:sp>
        <p:nvSpPr>
          <p:cNvPr id="816" name="PlaceHolder 2"/>
          <p:cNvSpPr>
            <a:spLocks noGrp="1"/>
          </p:cNvSpPr>
          <p:nvPr>
            <p:ph type="body"/>
          </p:nvPr>
        </p:nvSpPr>
        <p:spPr>
          <a:xfrm>
            <a:off x="685800" y="4400640"/>
            <a:ext cx="5484600" cy="3598560"/>
          </a:xfrm>
          <a:prstGeom prst="rect">
            <a:avLst/>
          </a:prstGeom>
        </p:spPr>
        <p:txBody>
          <a:bodyPr lIns="0" tIns="0" rIns="0" bIns="0">
            <a:noAutofit/>
          </a:bodyPr>
          <a:lstStyle/>
          <a:p>
            <a:pPr marL="215900" indent="-215900">
              <a:lnSpc>
                <a:spcPct val="100000"/>
              </a:lnSpc>
            </a:pPr>
            <a:endParaRPr lang="en-US" sz="4400" b="0" strike="noStrike" spc="-1" dirty="0">
              <a:latin typeface="Arial" panose="020B0604020202020204"/>
            </a:endParaRPr>
          </a:p>
        </p:txBody>
      </p:sp>
      <p:sp>
        <p:nvSpPr>
          <p:cNvPr id="817" name="CustomShape 3"/>
          <p:cNvSpPr/>
          <p:nvPr/>
        </p:nvSpPr>
        <p:spPr>
          <a:xfrm>
            <a:off x="3884760" y="8685360"/>
            <a:ext cx="2970000" cy="456840"/>
          </a:xfrm>
          <a:prstGeom prst="rect">
            <a:avLst/>
          </a:prstGeom>
          <a:noFill/>
          <a:ln>
            <a:noFill/>
          </a:ln>
        </p:spPr>
        <p:style>
          <a:lnRef idx="0">
            <a:srgbClr val="FFFFFF"/>
          </a:lnRef>
          <a:fillRef idx="0">
            <a:srgbClr val="FFFFFF"/>
          </a:fillRef>
          <a:effectRef idx="0">
            <a:srgbClr val="FFFFFF"/>
          </a:effectRef>
          <a:fontRef idx="minor"/>
        </p:style>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075AC0-FCB8-B65D-77A3-D449C66E7264}"/>
            </a:ext>
          </a:extLst>
        </p:cNvPr>
        <p:cNvGrpSpPr/>
        <p:nvPr/>
      </p:nvGrpSpPr>
      <p:grpSpPr>
        <a:xfrm>
          <a:off x="0" y="0"/>
          <a:ext cx="0" cy="0"/>
          <a:chOff x="0" y="0"/>
          <a:chExt cx="0" cy="0"/>
        </a:xfrm>
      </p:grpSpPr>
      <p:sp>
        <p:nvSpPr>
          <p:cNvPr id="815" name="PlaceHolder 1">
            <a:extLst>
              <a:ext uri="{FF2B5EF4-FFF2-40B4-BE49-F238E27FC236}">
                <a16:creationId xmlns:a16="http://schemas.microsoft.com/office/drawing/2014/main" id="{FA85DB35-A39F-2E3B-5CA8-EEF60BD3A76F}"/>
              </a:ext>
            </a:extLst>
          </p:cNvPr>
          <p:cNvSpPr>
            <a:spLocks noGrp="1" noRot="1" noChangeAspect="1"/>
          </p:cNvSpPr>
          <p:nvPr>
            <p:ph type="sldImg"/>
          </p:nvPr>
        </p:nvSpPr>
        <p:spPr>
          <a:xfrm>
            <a:off x="685800" y="1143000"/>
            <a:ext cx="5484813" cy="3084513"/>
          </a:xfrm>
          <a:prstGeom prst="rect">
            <a:avLst/>
          </a:prstGeom>
        </p:spPr>
      </p:sp>
      <p:sp>
        <p:nvSpPr>
          <p:cNvPr id="816" name="PlaceHolder 2">
            <a:extLst>
              <a:ext uri="{FF2B5EF4-FFF2-40B4-BE49-F238E27FC236}">
                <a16:creationId xmlns:a16="http://schemas.microsoft.com/office/drawing/2014/main" id="{16FE9EDA-EF88-9219-BA4E-882AD6B8C122}"/>
              </a:ext>
            </a:extLst>
          </p:cNvPr>
          <p:cNvSpPr>
            <a:spLocks noGrp="1"/>
          </p:cNvSpPr>
          <p:nvPr>
            <p:ph type="body"/>
          </p:nvPr>
        </p:nvSpPr>
        <p:spPr>
          <a:xfrm>
            <a:off x="685800" y="4400640"/>
            <a:ext cx="5484600" cy="3598560"/>
          </a:xfrm>
          <a:prstGeom prst="rect">
            <a:avLst/>
          </a:prstGeom>
        </p:spPr>
        <p:txBody>
          <a:bodyPr lIns="0" tIns="0" rIns="0" bIns="0">
            <a:noAutofit/>
          </a:bodyPr>
          <a:lstStyle/>
          <a:p>
            <a:pPr marL="215900" indent="-215900">
              <a:lnSpc>
                <a:spcPct val="100000"/>
              </a:lnSpc>
            </a:pPr>
            <a:endParaRPr lang="en-US" sz="4400" b="0" strike="noStrike" spc="-1" dirty="0">
              <a:latin typeface="Arial" panose="020B0604020202020204"/>
            </a:endParaRPr>
          </a:p>
        </p:txBody>
      </p:sp>
      <p:sp>
        <p:nvSpPr>
          <p:cNvPr id="817" name="CustomShape 3">
            <a:extLst>
              <a:ext uri="{FF2B5EF4-FFF2-40B4-BE49-F238E27FC236}">
                <a16:creationId xmlns:a16="http://schemas.microsoft.com/office/drawing/2014/main" id="{9508B81A-25E1-1A20-7D36-68937D7AEE81}"/>
              </a:ext>
            </a:extLst>
          </p:cNvPr>
          <p:cNvSpPr/>
          <p:nvPr/>
        </p:nvSpPr>
        <p:spPr>
          <a:xfrm>
            <a:off x="3884760" y="8685360"/>
            <a:ext cx="2970000" cy="456840"/>
          </a:xfrm>
          <a:prstGeom prst="rect">
            <a:avLst/>
          </a:prstGeom>
          <a:noFill/>
          <a:ln>
            <a:noFill/>
          </a:ln>
        </p:spPr>
        <p:style>
          <a:lnRef idx="0">
            <a:srgbClr val="FFFFFF"/>
          </a:lnRef>
          <a:fillRef idx="0">
            <a:srgbClr val="FFFFFF"/>
          </a:fillRef>
          <a:effectRef idx="0">
            <a:srgbClr val="FFFFFF"/>
          </a:effectRef>
          <a:fontRef idx="minor"/>
        </p:style>
      </p:sp>
    </p:spTree>
    <p:extLst>
      <p:ext uri="{BB962C8B-B14F-4D97-AF65-F5344CB8AC3E}">
        <p14:creationId xmlns:p14="http://schemas.microsoft.com/office/powerpoint/2010/main" val="280152303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8" name="PlaceHolder 1"/>
          <p:cNvSpPr>
            <a:spLocks noGrp="1" noRot="1" noChangeAspect="1"/>
          </p:cNvSpPr>
          <p:nvPr>
            <p:ph type="sldImg"/>
          </p:nvPr>
        </p:nvSpPr>
        <p:spPr>
          <a:xfrm>
            <a:off x="685800" y="1143000"/>
            <a:ext cx="5484813" cy="3084513"/>
          </a:xfrm>
          <a:prstGeom prst="rect">
            <a:avLst/>
          </a:prstGeom>
        </p:spPr>
      </p:sp>
      <p:sp>
        <p:nvSpPr>
          <p:cNvPr id="819" name="PlaceHolder 2"/>
          <p:cNvSpPr>
            <a:spLocks noGrp="1"/>
          </p:cNvSpPr>
          <p:nvPr>
            <p:ph type="body"/>
          </p:nvPr>
        </p:nvSpPr>
        <p:spPr>
          <a:xfrm>
            <a:off x="685800" y="4400640"/>
            <a:ext cx="5484600" cy="3598560"/>
          </a:xfrm>
          <a:prstGeom prst="rect">
            <a:avLst/>
          </a:prstGeom>
        </p:spPr>
        <p:txBody>
          <a:bodyPr lIns="0" tIns="0" rIns="0" bIns="0">
            <a:noAutofit/>
          </a:bodyPr>
          <a:lstStyle/>
          <a:p>
            <a:pPr marL="215900" indent="-215900">
              <a:lnSpc>
                <a:spcPct val="100000"/>
              </a:lnSpc>
              <a:tabLst>
                <a:tab pos="0" algn="l"/>
              </a:tabLst>
            </a:pPr>
            <a:r>
              <a:rPr lang="en-US" altLang="zh-CN" sz="2000" b="0" strike="noStrike">
                <a:latin typeface="Arial" panose="020B0604020202020204"/>
                <a:sym typeface="+mn-ea"/>
              </a:rPr>
              <a:t>主要训练数据集（预训练阶段） </a:t>
            </a:r>
            <a:r>
              <a:rPr lang="zh-CN" altLang="en-US" sz="2000">
                <a:sym typeface="+mn-ea"/>
              </a:rPr>
              <a:t>室内真实场景</a:t>
            </a:r>
            <a:r>
              <a:rPr lang="en-US" altLang="zh-CN" sz="2000">
                <a:sym typeface="+mn-ea"/>
              </a:rPr>
              <a:t>       </a:t>
            </a:r>
            <a:r>
              <a:rPr lang="zh-CN" altLang="en-US" sz="2000">
                <a:sym typeface="+mn-ea"/>
              </a:rPr>
              <a:t>弱纹理室内场景</a:t>
            </a:r>
            <a:r>
              <a:rPr lang="en-US" altLang="zh-CN" sz="2000">
                <a:sym typeface="+mn-ea"/>
              </a:rPr>
              <a:t>    </a:t>
            </a:r>
            <a:r>
              <a:rPr lang="zh-CN" altLang="en-US" sz="2000">
                <a:sym typeface="+mn-ea"/>
              </a:rPr>
              <a:t>室内仿真场景</a:t>
            </a:r>
            <a:r>
              <a:rPr lang="en-US" altLang="zh-CN" sz="2000">
                <a:sym typeface="+mn-ea"/>
              </a:rPr>
              <a:t>     </a:t>
            </a:r>
            <a:r>
              <a:rPr lang="zh-CN" altLang="en-US" sz="2000">
                <a:sym typeface="+mn-ea"/>
              </a:rPr>
              <a:t>多样化视频序列场景</a:t>
            </a:r>
            <a:r>
              <a:rPr lang="en-US" altLang="zh-CN" sz="2000">
                <a:sym typeface="+mn-ea"/>
              </a:rPr>
              <a:t>   </a:t>
            </a:r>
            <a:r>
              <a:rPr lang="zh-CN" altLang="en-US" sz="2000">
                <a:sym typeface="+mn-ea"/>
              </a:rPr>
              <a:t>用来得到</a:t>
            </a:r>
            <a:r>
              <a:rPr lang="en-US" altLang="zh-CN" sz="2000">
                <a:sym typeface="+mn-ea"/>
              </a:rPr>
              <a:t>真实世界几何  </a:t>
            </a:r>
            <a:r>
              <a:rPr lang="zh-CN" altLang="en-US" sz="2000">
                <a:sym typeface="+mn-ea"/>
              </a:rPr>
              <a:t>弱纹理适应</a:t>
            </a:r>
            <a:r>
              <a:rPr lang="en-US" altLang="zh-CN" sz="2000">
                <a:sym typeface="+mn-ea"/>
              </a:rPr>
              <a:t>  </a:t>
            </a:r>
            <a:r>
              <a:rPr lang="zh-CN" altLang="en-US" sz="2000">
                <a:sym typeface="+mn-ea"/>
              </a:rPr>
              <a:t>时序连续性</a:t>
            </a:r>
            <a:r>
              <a:rPr lang="en-US" altLang="zh-CN" sz="2000">
                <a:sym typeface="+mn-ea"/>
              </a:rPr>
              <a:t> </a:t>
            </a:r>
            <a:r>
              <a:rPr lang="zh-CN" altLang="en-US" sz="2000">
                <a:sym typeface="+mn-ea"/>
              </a:rPr>
              <a:t>等信息</a:t>
            </a:r>
            <a:endParaRPr lang="en-US" altLang="zh-CN" sz="2000">
              <a:sym typeface="+mn-ea"/>
            </a:endParaRPr>
          </a:p>
          <a:p>
            <a:pPr marL="215900" indent="-215900">
              <a:lnSpc>
                <a:spcPct val="100000"/>
              </a:lnSpc>
              <a:tabLst>
                <a:tab pos="0" algn="l"/>
              </a:tabLst>
            </a:pPr>
            <a:r>
              <a:rPr lang="en-US" altLang="zh-CN" sz="2000">
                <a:sym typeface="+mn-ea"/>
              </a:rPr>
              <a:t> </a:t>
            </a:r>
            <a:r>
              <a:rPr lang="zh-CN" sz="2000" b="0" strike="noStrike" spc="-1">
                <a:latin typeface="Arial" panose="020B0604020202020204"/>
              </a:rPr>
              <a:t>对于数据集部分</a:t>
            </a:r>
            <a:r>
              <a:rPr lang="en-US" altLang="zh-CN" sz="2000" b="0" strike="noStrike" spc="-1">
                <a:latin typeface="Arial" panose="020B0604020202020204"/>
              </a:rPr>
              <a:t> </a:t>
            </a:r>
            <a:r>
              <a:rPr lang="zh-CN" altLang="en-US" sz="2000" b="0" strike="noStrike" spc="-1">
                <a:latin typeface="Arial" panose="020B0604020202020204"/>
              </a:rPr>
              <a:t>我们采集了长走廊</a:t>
            </a:r>
            <a:r>
              <a:rPr lang="en-US" altLang="zh-CN" sz="2000" b="0" strike="noStrike" spc="-1">
                <a:latin typeface="Arial" panose="020B0604020202020204"/>
              </a:rPr>
              <a:t>  </a:t>
            </a:r>
            <a:r>
              <a:rPr lang="zh-CN" altLang="en-US" sz="2000" b="0" strike="noStrike" spc="-1">
                <a:latin typeface="Arial" panose="020B0604020202020204"/>
              </a:rPr>
              <a:t>上楼梯视角</a:t>
            </a:r>
            <a:r>
              <a:rPr lang="en-US" altLang="zh-CN" sz="2000" b="0" strike="noStrike" spc="-1">
                <a:latin typeface="Arial" panose="020B0604020202020204"/>
              </a:rPr>
              <a:t> </a:t>
            </a:r>
            <a:r>
              <a:rPr lang="zh-CN" altLang="en-US" sz="2000" b="0" strike="noStrike" spc="-1">
                <a:latin typeface="Arial" panose="020B0604020202020204"/>
              </a:rPr>
              <a:t>下楼梯视角</a:t>
            </a:r>
            <a:r>
              <a:rPr lang="en-US" altLang="zh-CN" sz="2000" b="0" strike="noStrike" spc="-1">
                <a:latin typeface="Arial" panose="020B0604020202020204"/>
              </a:rPr>
              <a:t> </a:t>
            </a:r>
            <a:r>
              <a:rPr lang="zh-CN" altLang="en-US" sz="2000" b="0" strike="noStrike" spc="-1">
                <a:latin typeface="Arial" panose="020B0604020202020204"/>
              </a:rPr>
              <a:t>回环楼梯</a:t>
            </a:r>
            <a:r>
              <a:rPr lang="en-US" altLang="zh-CN" sz="2000" b="0" strike="noStrike" spc="-1">
                <a:latin typeface="Arial" panose="020B0604020202020204"/>
              </a:rPr>
              <a:t>   </a:t>
            </a:r>
            <a:r>
              <a:rPr lang="zh-CN" altLang="en-US" sz="2000" b="0" strike="noStrike" spc="-1">
                <a:latin typeface="Arial" panose="020B0604020202020204"/>
              </a:rPr>
              <a:t>重复结构场景</a:t>
            </a:r>
            <a:r>
              <a:rPr lang="en-US" altLang="zh-CN" sz="2000" b="0" strike="noStrike" spc="-1">
                <a:latin typeface="Arial" panose="020B0604020202020204"/>
              </a:rPr>
              <a:t>   </a:t>
            </a:r>
            <a:r>
              <a:rPr lang="zh-CN" altLang="en-US" sz="2000" b="0" strike="noStrike" spc="-1">
                <a:latin typeface="Arial" panose="020B0604020202020204"/>
              </a:rPr>
              <a:t>白墙等一些列不同场景的数据</a:t>
            </a:r>
            <a:r>
              <a:rPr lang="en-US" altLang="zh-CN" sz="2000" b="0" strike="noStrike" spc="-1">
                <a:latin typeface="Arial" panose="020B0604020202020204"/>
              </a:rPr>
              <a:t>  </a:t>
            </a:r>
            <a:r>
              <a:rPr lang="zh-CN" altLang="en-US" sz="2000" b="0" strike="noStrike" spc="-1">
                <a:latin typeface="Arial" panose="020B0604020202020204"/>
              </a:rPr>
              <a:t>包含了各个纹理</a:t>
            </a:r>
            <a:r>
              <a:rPr lang="en-US" altLang="zh-CN" sz="2000" b="0" strike="noStrike" spc="-1">
                <a:latin typeface="Arial" panose="020B0604020202020204"/>
              </a:rPr>
              <a:t> </a:t>
            </a:r>
            <a:r>
              <a:rPr lang="zh-CN" altLang="en-US" sz="2000" b="0" strike="noStrike" spc="-1">
                <a:latin typeface="Arial" panose="020B0604020202020204"/>
              </a:rPr>
              <a:t>光照等信息</a:t>
            </a:r>
            <a:r>
              <a:rPr lang="en-US" altLang="zh-CN" sz="2000" b="0" strike="noStrike" spc="-1">
                <a:latin typeface="Arial" panose="020B0604020202020204"/>
              </a:rPr>
              <a:t> </a:t>
            </a:r>
            <a:r>
              <a:rPr lang="zh-CN" altLang="en-US" sz="2000" b="0" strike="noStrike" spc="-1">
                <a:latin typeface="Arial" panose="020B0604020202020204"/>
              </a:rPr>
              <a:t>进行补充</a:t>
            </a:r>
          </a:p>
          <a:p>
            <a:pPr marL="215900" indent="-215900">
              <a:lnSpc>
                <a:spcPct val="100000"/>
              </a:lnSpc>
              <a:tabLst>
                <a:tab pos="0" algn="l"/>
              </a:tabLst>
            </a:pPr>
            <a:endParaRPr lang="en-US" altLang="zh-CN" sz="2000" b="0" strike="noStrike" spc="-1">
              <a:latin typeface="Arial" panose="020B0604020202020204"/>
            </a:endParaRPr>
          </a:p>
          <a:p>
            <a:pPr marL="215900" indent="-215900">
              <a:lnSpc>
                <a:spcPct val="100000"/>
              </a:lnSpc>
              <a:tabLst>
                <a:tab pos="0" algn="l"/>
              </a:tabLst>
            </a:pPr>
            <a:r>
              <a:rPr lang="zh-CN" altLang="en-US" sz="2000" b="0" strike="noStrike" spc="-1">
                <a:latin typeface="Arial" panose="020B0604020202020204"/>
              </a:rPr>
              <a:t>评估阶段使用基准数据集</a:t>
            </a:r>
            <a:r>
              <a:rPr lang="en-US" altLang="zh-CN" sz="2000" b="0" strike="noStrike" spc="-1">
                <a:latin typeface="Arial" panose="020B0604020202020204"/>
              </a:rPr>
              <a:t>     视觉里程计（VO）评估   . 相对位姿估计评估   3d</a:t>
            </a:r>
            <a:r>
              <a:rPr lang="zh-CN" altLang="en-US" sz="2000" b="0" strike="noStrike" spc="-1">
                <a:latin typeface="Arial" panose="020B0604020202020204"/>
              </a:rPr>
              <a:t>重建评估</a:t>
            </a:r>
            <a:r>
              <a:rPr lang="en-US" altLang="zh-CN" sz="2000" b="0" strike="noStrike" spc="-1">
                <a:latin typeface="Arial" panose="020B0604020202020204"/>
              </a:rPr>
              <a:t> </a:t>
            </a:r>
            <a:r>
              <a:rPr lang="zh-CN" altLang="en-US" sz="2000" b="0" strike="noStrike" spc="-1">
                <a:latin typeface="Arial" panose="020B0604020202020204"/>
              </a:rPr>
              <a:t>以及多视图深度估计评估</a:t>
            </a:r>
            <a:r>
              <a:rPr lang="en-US" altLang="zh-CN" sz="2000" b="0" strike="noStrike" spc="-1">
                <a:latin typeface="Arial" panose="020B0604020202020204"/>
              </a:rPr>
              <a:t> </a:t>
            </a:r>
          </a:p>
        </p:txBody>
      </p:sp>
      <p:sp>
        <p:nvSpPr>
          <p:cNvPr id="820" name="CustomShape 3"/>
          <p:cNvSpPr/>
          <p:nvPr/>
        </p:nvSpPr>
        <p:spPr>
          <a:xfrm>
            <a:off x="3884760" y="8685360"/>
            <a:ext cx="2970000" cy="456840"/>
          </a:xfrm>
          <a:prstGeom prst="rect">
            <a:avLst/>
          </a:prstGeom>
          <a:noFill/>
          <a:ln>
            <a:noFill/>
          </a:ln>
        </p:spPr>
        <p:style>
          <a:lnRef idx="0">
            <a:srgbClr val="FFFFFF"/>
          </a:lnRef>
          <a:fillRef idx="0">
            <a:srgbClr val="FFFFFF"/>
          </a:fillRef>
          <a:effectRef idx="0">
            <a:srgbClr val="FFFFFF"/>
          </a:effectRef>
          <a:fontRef idx="minor"/>
        </p:style>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F244F3-06D8-ABDC-9557-65B209BEBBC7}"/>
            </a:ext>
          </a:extLst>
        </p:cNvPr>
        <p:cNvGrpSpPr/>
        <p:nvPr/>
      </p:nvGrpSpPr>
      <p:grpSpPr>
        <a:xfrm>
          <a:off x="0" y="0"/>
          <a:ext cx="0" cy="0"/>
          <a:chOff x="0" y="0"/>
          <a:chExt cx="0" cy="0"/>
        </a:xfrm>
      </p:grpSpPr>
      <p:sp>
        <p:nvSpPr>
          <p:cNvPr id="800" name="PlaceHolder 1">
            <a:extLst>
              <a:ext uri="{FF2B5EF4-FFF2-40B4-BE49-F238E27FC236}">
                <a16:creationId xmlns:a16="http://schemas.microsoft.com/office/drawing/2014/main" id="{DEFBCF9F-2B57-053F-236D-877C6931A55F}"/>
              </a:ext>
            </a:extLst>
          </p:cNvPr>
          <p:cNvSpPr>
            <a:spLocks noGrp="1" noRot="1" noChangeAspect="1"/>
          </p:cNvSpPr>
          <p:nvPr>
            <p:ph type="sldImg"/>
          </p:nvPr>
        </p:nvSpPr>
        <p:spPr>
          <a:xfrm>
            <a:off x="685800" y="1143000"/>
            <a:ext cx="5484813" cy="3084513"/>
          </a:xfrm>
          <a:prstGeom prst="rect">
            <a:avLst/>
          </a:prstGeom>
        </p:spPr>
      </p:sp>
      <p:sp>
        <p:nvSpPr>
          <p:cNvPr id="801" name="PlaceHolder 2">
            <a:extLst>
              <a:ext uri="{FF2B5EF4-FFF2-40B4-BE49-F238E27FC236}">
                <a16:creationId xmlns:a16="http://schemas.microsoft.com/office/drawing/2014/main" id="{23B1349B-7F09-FD66-2075-F71F8D32F808}"/>
              </a:ext>
            </a:extLst>
          </p:cNvPr>
          <p:cNvSpPr>
            <a:spLocks noGrp="1"/>
          </p:cNvSpPr>
          <p:nvPr>
            <p:ph type="body"/>
          </p:nvPr>
        </p:nvSpPr>
        <p:spPr>
          <a:xfrm>
            <a:off x="685800" y="4400640"/>
            <a:ext cx="5484600" cy="3598560"/>
          </a:xfrm>
          <a:prstGeom prst="rect">
            <a:avLst/>
          </a:prstGeom>
        </p:spPr>
        <p:txBody>
          <a:bodyPr lIns="0" tIns="0" rIns="0" bIns="0">
            <a:noAutofit/>
          </a:bodyPr>
          <a:lstStyle/>
          <a:p>
            <a:pPr marL="215900" indent="-215900">
              <a:lnSpc>
                <a:spcPct val="100000"/>
              </a:lnSpc>
              <a:tabLst>
                <a:tab pos="0" algn="l"/>
              </a:tabLst>
            </a:pPr>
            <a:r>
              <a:rPr lang="zh-CN" altLang="en-US" sz="2000" b="0" strike="noStrike" spc="-1" dirty="0">
                <a:latin typeface="Arial" panose="020B0604020202020204"/>
              </a:rPr>
              <a:t>针对不同</a:t>
            </a:r>
            <a:r>
              <a:rPr lang="zh-CN" altLang="en-US" sz="2000" b="0" strike="noStrike" dirty="0">
                <a:latin typeface="Arial" panose="020B0604020202020204"/>
                <a:sym typeface="+mn-ea"/>
              </a:rPr>
              <a:t>弱纹理</a:t>
            </a:r>
            <a:r>
              <a:rPr lang="zh-CN" altLang="en-US" sz="2000" b="0" strike="noStrike" spc="-1" dirty="0">
                <a:latin typeface="Arial" panose="020B0604020202020204"/>
              </a:rPr>
              <a:t>场景</a:t>
            </a:r>
            <a:r>
              <a:rPr lang="en-US" altLang="zh-CN" sz="2000" b="0" strike="noStrike" spc="-1" dirty="0">
                <a:latin typeface="Arial" panose="020B0604020202020204"/>
              </a:rPr>
              <a:t>   </a:t>
            </a:r>
            <a:r>
              <a:rPr lang="zh-CN" altLang="en-US" sz="2000" b="0" strike="noStrike" spc="-1" dirty="0">
                <a:latin typeface="Arial" panose="020B0604020202020204"/>
              </a:rPr>
              <a:t>我们对该场景进行一个实时的深度图和置信度图的获取</a:t>
            </a:r>
            <a:r>
              <a:rPr lang="en-US" altLang="zh-CN" sz="2000" b="0" strike="noStrike" spc="-1" dirty="0">
                <a:latin typeface="Arial" panose="020B0604020202020204"/>
              </a:rPr>
              <a:t>  </a:t>
            </a:r>
          </a:p>
          <a:p>
            <a:pPr marL="215900" indent="-215900">
              <a:lnSpc>
                <a:spcPct val="100000"/>
              </a:lnSpc>
              <a:tabLst>
                <a:tab pos="0" algn="l"/>
              </a:tabLst>
            </a:pPr>
            <a:r>
              <a:rPr lang="en-US" altLang="zh-CN" sz="2000" b="0" strike="noStrike" spc="-1" dirty="0" err="1">
                <a:latin typeface="Arial" panose="020B0604020202020204"/>
              </a:rPr>
              <a:t>对场景理解</a:t>
            </a:r>
            <a:r>
              <a:rPr lang="zh-CN" altLang="en-US" sz="2000" b="0" strike="noStrike" spc="-1" dirty="0">
                <a:latin typeface="Arial" panose="020B0604020202020204"/>
              </a:rPr>
              <a:t>做出</a:t>
            </a:r>
            <a:r>
              <a:rPr lang="en-US" altLang="zh-CN" sz="2000" b="0" strike="noStrike" spc="-1" dirty="0">
                <a:latin typeface="Arial" panose="020B0604020202020204"/>
              </a:rPr>
              <a:t>"</a:t>
            </a:r>
            <a:r>
              <a:rPr lang="en-US" altLang="zh-CN" sz="2000" b="0" strike="noStrike" spc="-1" dirty="0" err="1">
                <a:latin typeface="Arial" panose="020B0604020202020204"/>
              </a:rPr>
              <a:t>量化感知</a:t>
            </a:r>
            <a:r>
              <a:rPr lang="en-US" altLang="zh-CN" sz="2000" b="0" strike="noStrike" spc="-1" dirty="0">
                <a:latin typeface="Arial" panose="020B0604020202020204"/>
              </a:rPr>
              <a:t>" </a:t>
            </a:r>
            <a:r>
              <a:rPr lang="en-US" altLang="zh-CN" sz="2000" b="0" strike="noStrike" spc="-1" dirty="0" err="1">
                <a:latin typeface="Arial" panose="020B0604020202020204"/>
              </a:rPr>
              <a:t>通过深度图，系统能够量化场景的空间关系。比如，通过比较不同区域的深度值，可以判断</a:t>
            </a:r>
            <a:r>
              <a:rPr lang="zh-CN" altLang="en-US" sz="2000" b="0" strike="noStrike" spc="-1" dirty="0">
                <a:latin typeface="Arial" panose="020B0604020202020204"/>
              </a:rPr>
              <a:t>空间关系</a:t>
            </a:r>
            <a:r>
              <a:rPr lang="en-US" altLang="zh-CN" sz="2000" b="0" strike="noStrike" spc="-1" dirty="0">
                <a:latin typeface="Arial" panose="020B0604020202020204"/>
              </a:rPr>
              <a:t> </a:t>
            </a:r>
            <a:r>
              <a:rPr lang="zh-CN" altLang="en-US" sz="2000" b="0" strike="noStrike" spc="-1" dirty="0">
                <a:latin typeface="Arial" panose="020B0604020202020204"/>
              </a:rPr>
              <a:t>几何一致性的验证</a:t>
            </a:r>
          </a:p>
          <a:p>
            <a:pPr marL="215900" indent="-215900">
              <a:lnSpc>
                <a:spcPct val="100000"/>
              </a:lnSpc>
              <a:tabLst>
                <a:tab pos="0" algn="l"/>
              </a:tabLst>
            </a:pPr>
            <a:r>
              <a:rPr lang="zh-CN" altLang="en-US" sz="2000" b="0" strike="noStrike" spc="-1" dirty="0">
                <a:latin typeface="Arial" panose="020B0604020202020204"/>
              </a:rPr>
              <a:t>通过置信度图</a:t>
            </a:r>
            <a:r>
              <a:rPr lang="en-US" altLang="zh-CN" sz="2000" b="0" strike="noStrike" spc="-1" dirty="0">
                <a:latin typeface="Arial" panose="020B0604020202020204"/>
              </a:rPr>
              <a:t>  </a:t>
            </a:r>
            <a:r>
              <a:rPr lang="zh-CN" altLang="en-US" sz="2000" b="0" strike="noStrike" spc="-1" dirty="0">
                <a:latin typeface="Arial" panose="020B0604020202020204"/>
              </a:rPr>
              <a:t>量化每个像素深度估计的统计置信度</a:t>
            </a:r>
            <a:r>
              <a:rPr lang="en-US" altLang="zh-CN" sz="2000" b="0" strike="noStrike" spc="-1" dirty="0">
                <a:latin typeface="Arial" panose="020B0604020202020204"/>
              </a:rPr>
              <a:t>     </a:t>
            </a:r>
            <a:r>
              <a:rPr lang="en-US" altLang="zh-CN" sz="2000" b="0" strike="noStrike" spc="-1" dirty="0" err="1">
                <a:latin typeface="Arial" panose="020B0604020202020204"/>
              </a:rPr>
              <a:t>表达估计过程中的认知不确定性</a:t>
            </a:r>
            <a:r>
              <a:rPr lang="en-US" altLang="zh-CN" sz="2000" b="0" strike="noStrike" spc="-1" dirty="0">
                <a:latin typeface="Arial" panose="020B0604020202020204"/>
              </a:rPr>
              <a:t>     </a:t>
            </a:r>
            <a:r>
              <a:rPr lang="en-US" altLang="zh-CN" sz="2000" b="0" strike="noStrike" spc="-1" dirty="0" err="1">
                <a:latin typeface="Arial" panose="020B0604020202020204"/>
              </a:rPr>
              <a:t>为后续处理模块提供误差边界信息</a:t>
            </a:r>
            <a:r>
              <a:rPr lang="en-US" altLang="zh-CN" sz="2000" b="0" strike="noStrike" spc="-1">
                <a:latin typeface="Arial" panose="020B0604020202020204"/>
              </a:rPr>
              <a:t> </a:t>
            </a:r>
          </a:p>
          <a:p>
            <a:pPr marL="215900" indent="-215900">
              <a:lnSpc>
                <a:spcPct val="100000"/>
              </a:lnSpc>
              <a:tabLst>
                <a:tab pos="0" algn="l"/>
              </a:tabLst>
            </a:pPr>
            <a:endParaRPr lang="en-US" altLang="zh-CN" sz="2000" b="0" strike="noStrike" spc="-1" dirty="0">
              <a:latin typeface="Arial" panose="020B0604020202020204"/>
            </a:endParaRPr>
          </a:p>
        </p:txBody>
      </p:sp>
      <p:sp>
        <p:nvSpPr>
          <p:cNvPr id="802" name="CustomShape 3">
            <a:extLst>
              <a:ext uri="{FF2B5EF4-FFF2-40B4-BE49-F238E27FC236}">
                <a16:creationId xmlns:a16="http://schemas.microsoft.com/office/drawing/2014/main" id="{4F68D2D1-68A4-EAAC-7FF2-C1C82C8AFB3E}"/>
              </a:ext>
            </a:extLst>
          </p:cNvPr>
          <p:cNvSpPr/>
          <p:nvPr/>
        </p:nvSpPr>
        <p:spPr>
          <a:xfrm>
            <a:off x="3884760" y="8685360"/>
            <a:ext cx="2970000" cy="456840"/>
          </a:xfrm>
          <a:prstGeom prst="rect">
            <a:avLst/>
          </a:prstGeom>
          <a:noFill/>
          <a:ln>
            <a:noFill/>
          </a:ln>
        </p:spPr>
        <p:style>
          <a:lnRef idx="0">
            <a:srgbClr val="FFFFFF"/>
          </a:lnRef>
          <a:fillRef idx="0">
            <a:srgbClr val="FFFFFF"/>
          </a:fillRef>
          <a:effectRef idx="0">
            <a:srgbClr val="FFFFFF"/>
          </a:effectRef>
          <a:fontRef idx="minor"/>
        </p:style>
      </p:sp>
    </p:spTree>
    <p:extLst>
      <p:ext uri="{BB962C8B-B14F-4D97-AF65-F5344CB8AC3E}">
        <p14:creationId xmlns:p14="http://schemas.microsoft.com/office/powerpoint/2010/main" val="205275272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5" name="PlaceHolder 1"/>
          <p:cNvSpPr>
            <a:spLocks noGrp="1" noRot="1" noChangeAspect="1"/>
          </p:cNvSpPr>
          <p:nvPr>
            <p:ph type="sldImg"/>
          </p:nvPr>
        </p:nvSpPr>
        <p:spPr>
          <a:xfrm>
            <a:off x="685800" y="1143000"/>
            <a:ext cx="5484813" cy="3084513"/>
          </a:xfrm>
          <a:prstGeom prst="rect">
            <a:avLst/>
          </a:prstGeom>
        </p:spPr>
      </p:sp>
      <p:sp>
        <p:nvSpPr>
          <p:cNvPr id="816" name="PlaceHolder 2"/>
          <p:cNvSpPr>
            <a:spLocks noGrp="1"/>
          </p:cNvSpPr>
          <p:nvPr>
            <p:ph type="body"/>
          </p:nvPr>
        </p:nvSpPr>
        <p:spPr>
          <a:xfrm>
            <a:off x="685800" y="4400640"/>
            <a:ext cx="5484600" cy="3598560"/>
          </a:xfrm>
          <a:prstGeom prst="rect">
            <a:avLst/>
          </a:prstGeom>
        </p:spPr>
        <p:txBody>
          <a:bodyPr lIns="0" tIns="0" rIns="0" bIns="0">
            <a:noAutofit/>
          </a:bodyPr>
          <a:lstStyle/>
          <a:p>
            <a:pPr marL="215900" indent="-215900">
              <a:lnSpc>
                <a:spcPct val="100000"/>
              </a:lnSpc>
            </a:pPr>
            <a:r>
              <a:rPr lang="en-US" sz="4400" b="0" strike="noStrike" spc="-1">
                <a:latin typeface="Arial" panose="020B0604020202020204"/>
              </a:rPr>
              <a:t>几何信息处理流程：3D点云最近邻距离计算与深度归一化                    未归一化：远处物体距离误差被放大    归一化后：相对距离误差保持稳定   该几何处理流程有效解决了传统方法在深度变化场景中的尺度敏感性问题，为弱纹理区域的重建提供了稳定可靠的几何约束。</a:t>
            </a:r>
          </a:p>
          <a:p>
            <a:pPr marL="215900" indent="-215900">
              <a:lnSpc>
                <a:spcPct val="100000"/>
              </a:lnSpc>
            </a:pPr>
            <a:endParaRPr lang="en-US" sz="4400" b="0" strike="noStrike" spc="-1">
              <a:latin typeface="Arial" panose="020B0604020202020204"/>
            </a:endParaRPr>
          </a:p>
          <a:p>
            <a:pPr>
              <a:lnSpc>
                <a:spcPct val="100000"/>
              </a:lnSpc>
            </a:pPr>
            <a:r>
              <a:rPr lang="en-US" sz="4400" b="0" strike="noStrike">
                <a:solidFill>
                  <a:srgbClr val="000000"/>
                </a:solidFill>
                <a:latin typeface="Arial" panose="020B0604020202020204"/>
                <a:ea typeface="DejaVu Sans"/>
                <a:sym typeface="+mn-ea"/>
              </a:rPr>
              <a:t>1. </a:t>
            </a:r>
            <a:r>
              <a:rPr lang="zh-CN" sz="4400" b="0" strike="noStrike">
                <a:solidFill>
                  <a:srgbClr val="000000"/>
                </a:solidFill>
                <a:latin typeface="Arial" panose="020B0604020202020204"/>
                <a:ea typeface="DejaVu Sans"/>
                <a:sym typeface="+mn-ea"/>
              </a:rPr>
              <a:t>重叠度不确定性    衡量当前帧与已有地图的覆盖程度的不确定性</a:t>
            </a:r>
            <a:endParaRPr lang="en-US" sz="4400" b="0" strike="noStrike" spc="-1">
              <a:latin typeface="Arial" panose="020B0604020202020204"/>
            </a:endParaRPr>
          </a:p>
          <a:p>
            <a:pPr>
              <a:lnSpc>
                <a:spcPct val="100000"/>
              </a:lnSpc>
            </a:pPr>
            <a:r>
              <a:rPr lang="en-US" sz="4400" b="0" strike="noStrike">
                <a:solidFill>
                  <a:srgbClr val="000000"/>
                </a:solidFill>
                <a:latin typeface="Arial" panose="020B0604020202020204"/>
                <a:ea typeface="DejaVu Sans"/>
                <a:sym typeface="+mn-ea"/>
              </a:rPr>
              <a:t>2. </a:t>
            </a:r>
            <a:r>
              <a:rPr lang="zh-CN" sz="4400" b="0" strike="noStrike">
                <a:solidFill>
                  <a:srgbClr val="000000"/>
                </a:solidFill>
                <a:latin typeface="Arial" panose="020B0604020202020204"/>
                <a:ea typeface="DejaVu Sans"/>
                <a:sym typeface="+mn-ea"/>
              </a:rPr>
              <a:t>置信度不确定性    评估三维重建的质量和可靠性的不确定性</a:t>
            </a:r>
            <a:endParaRPr lang="en-US" sz="4400" b="0" strike="noStrike" spc="-1">
              <a:latin typeface="Arial" panose="020B0604020202020204"/>
            </a:endParaRPr>
          </a:p>
          <a:p>
            <a:pPr>
              <a:lnSpc>
                <a:spcPct val="100000"/>
              </a:lnSpc>
            </a:pPr>
            <a:r>
              <a:rPr lang="en-US" sz="4400" b="0" strike="noStrike">
                <a:solidFill>
                  <a:srgbClr val="000000"/>
                </a:solidFill>
                <a:latin typeface="Arial" panose="020B0604020202020204"/>
                <a:ea typeface="DejaVu Sans"/>
                <a:sym typeface="+mn-ea"/>
              </a:rPr>
              <a:t>3. </a:t>
            </a:r>
            <a:r>
              <a:rPr lang="zh-CN" sz="4400" b="0" strike="noStrike">
                <a:solidFill>
                  <a:srgbClr val="000000"/>
                </a:solidFill>
                <a:latin typeface="Arial" panose="020B0604020202020204"/>
                <a:ea typeface="DejaVu Sans"/>
                <a:sym typeface="+mn-ea"/>
              </a:rPr>
              <a:t>运动不确定性   量化相机运动速度的不确定性</a:t>
            </a:r>
            <a:endParaRPr lang="en-US" sz="4400" b="0" strike="noStrike" spc="-1">
              <a:latin typeface="Arial" panose="020B0604020202020204"/>
            </a:endParaRPr>
          </a:p>
          <a:p>
            <a:pPr>
              <a:lnSpc>
                <a:spcPct val="100000"/>
              </a:lnSpc>
            </a:pPr>
            <a:r>
              <a:rPr lang="en-US" sz="4400" b="0" strike="noStrike">
                <a:solidFill>
                  <a:srgbClr val="000000"/>
                </a:solidFill>
                <a:latin typeface="Arial" panose="020B0604020202020204"/>
                <a:ea typeface="DejaVu Sans"/>
                <a:sym typeface="+mn-ea"/>
              </a:rPr>
              <a:t>4. </a:t>
            </a:r>
            <a:r>
              <a:rPr lang="zh-CN" sz="4400" b="0" strike="noStrike">
                <a:solidFill>
                  <a:srgbClr val="000000"/>
                </a:solidFill>
                <a:latin typeface="Arial" panose="020B0604020202020204"/>
                <a:ea typeface="DejaVu Sans"/>
                <a:sym typeface="+mn-ea"/>
              </a:rPr>
              <a:t>时间间隔不确定性   记录距离上一个关键帧的帧数的不确定性</a:t>
            </a:r>
            <a:endParaRPr lang="en-US" sz="4400" b="0" strike="noStrike" spc="-1">
              <a:latin typeface="Arial" panose="020B0604020202020204"/>
            </a:endParaRPr>
          </a:p>
          <a:p>
            <a:pPr>
              <a:lnSpc>
                <a:spcPct val="100000"/>
              </a:lnSpc>
            </a:pPr>
            <a:r>
              <a:rPr lang="en-US" sz="4400" b="0" strike="noStrike">
                <a:solidFill>
                  <a:srgbClr val="000000"/>
                </a:solidFill>
                <a:latin typeface="Arial" panose="020B0604020202020204"/>
                <a:ea typeface="DejaVu Sans"/>
                <a:sym typeface="+mn-ea"/>
              </a:rPr>
              <a:t>5. </a:t>
            </a:r>
            <a:r>
              <a:rPr lang="zh-CN" sz="4400" b="0" strike="noStrike">
                <a:solidFill>
                  <a:srgbClr val="000000"/>
                </a:solidFill>
                <a:latin typeface="Arial" panose="020B0604020202020204"/>
                <a:ea typeface="DejaVu Sans"/>
                <a:sym typeface="+mn-ea"/>
              </a:rPr>
              <a:t>信息增益不确定性   衡量当前帧带来的新信息量的不确定性</a:t>
            </a:r>
            <a:endParaRPr lang="en-US" sz="4400" b="0" strike="noStrike" spc="-1">
              <a:latin typeface="Arial" panose="020B0604020202020204"/>
            </a:endParaRPr>
          </a:p>
          <a:p>
            <a:pPr>
              <a:lnSpc>
                <a:spcPct val="100000"/>
              </a:lnSpc>
            </a:pPr>
            <a:r>
              <a:rPr lang="en-US" sz="4400" b="0" strike="noStrike">
                <a:solidFill>
                  <a:srgbClr val="000000"/>
                </a:solidFill>
                <a:latin typeface="Arial" panose="020B0604020202020204"/>
                <a:ea typeface="DejaVu Sans"/>
                <a:sym typeface="+mn-ea"/>
              </a:rPr>
              <a:t>6. </a:t>
            </a:r>
            <a:r>
              <a:rPr lang="zh-CN" sz="4400" b="0" strike="noStrike">
                <a:solidFill>
                  <a:srgbClr val="000000"/>
                </a:solidFill>
                <a:latin typeface="Arial" panose="020B0604020202020204"/>
                <a:ea typeface="DejaVu Sans"/>
                <a:sym typeface="+mn-ea"/>
              </a:rPr>
              <a:t>追踪质量不确定性   评估位姿估计的稳定性的不确定性</a:t>
            </a:r>
            <a:endParaRPr lang="en-US" sz="4400" b="0" strike="noStrike" spc="-1">
              <a:latin typeface="Arial" panose="020B0604020202020204"/>
            </a:endParaRPr>
          </a:p>
          <a:p>
            <a:pPr marL="215900" indent="-215900">
              <a:lnSpc>
                <a:spcPct val="100000"/>
              </a:lnSpc>
            </a:pPr>
            <a:endParaRPr lang="en-US" sz="4400" b="0" strike="noStrike" spc="-1">
              <a:latin typeface="Arial" panose="020B0604020202020204"/>
            </a:endParaRPr>
          </a:p>
        </p:txBody>
      </p:sp>
      <p:sp>
        <p:nvSpPr>
          <p:cNvPr id="817" name="CustomShape 3"/>
          <p:cNvSpPr/>
          <p:nvPr/>
        </p:nvSpPr>
        <p:spPr>
          <a:xfrm>
            <a:off x="3884760" y="8685360"/>
            <a:ext cx="2970000" cy="456840"/>
          </a:xfrm>
          <a:prstGeom prst="rect">
            <a:avLst/>
          </a:prstGeom>
          <a:noFill/>
          <a:ln>
            <a:noFill/>
          </a:ln>
        </p:spPr>
        <p:style>
          <a:lnRef idx="0">
            <a:srgbClr val="FFFFFF"/>
          </a:lnRef>
          <a:fillRef idx="0">
            <a:srgbClr val="FFFFFF"/>
          </a:fillRef>
          <a:effectRef idx="0">
            <a:srgbClr val="FFFFFF"/>
          </a:effectRef>
          <a:fontRef idx="minor"/>
        </p:style>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5143BA-B36F-0A4B-4923-822F6E8C06C6}"/>
            </a:ext>
          </a:extLst>
        </p:cNvPr>
        <p:cNvGrpSpPr/>
        <p:nvPr/>
      </p:nvGrpSpPr>
      <p:grpSpPr>
        <a:xfrm>
          <a:off x="0" y="0"/>
          <a:ext cx="0" cy="0"/>
          <a:chOff x="0" y="0"/>
          <a:chExt cx="0" cy="0"/>
        </a:xfrm>
      </p:grpSpPr>
      <p:sp>
        <p:nvSpPr>
          <p:cNvPr id="815" name="PlaceHolder 1">
            <a:extLst>
              <a:ext uri="{FF2B5EF4-FFF2-40B4-BE49-F238E27FC236}">
                <a16:creationId xmlns:a16="http://schemas.microsoft.com/office/drawing/2014/main" id="{0DC23CB3-98DB-A13A-DB4F-37E525964E4A}"/>
              </a:ext>
            </a:extLst>
          </p:cNvPr>
          <p:cNvSpPr>
            <a:spLocks noGrp="1" noRot="1" noChangeAspect="1"/>
          </p:cNvSpPr>
          <p:nvPr>
            <p:ph type="sldImg"/>
          </p:nvPr>
        </p:nvSpPr>
        <p:spPr>
          <a:xfrm>
            <a:off x="685800" y="1143000"/>
            <a:ext cx="5484813" cy="3084513"/>
          </a:xfrm>
          <a:prstGeom prst="rect">
            <a:avLst/>
          </a:prstGeom>
        </p:spPr>
      </p:sp>
      <p:sp>
        <p:nvSpPr>
          <p:cNvPr id="816" name="PlaceHolder 2">
            <a:extLst>
              <a:ext uri="{FF2B5EF4-FFF2-40B4-BE49-F238E27FC236}">
                <a16:creationId xmlns:a16="http://schemas.microsoft.com/office/drawing/2014/main" id="{7716B275-5401-9914-3868-458020179425}"/>
              </a:ext>
            </a:extLst>
          </p:cNvPr>
          <p:cNvSpPr>
            <a:spLocks noGrp="1"/>
          </p:cNvSpPr>
          <p:nvPr>
            <p:ph type="body"/>
          </p:nvPr>
        </p:nvSpPr>
        <p:spPr>
          <a:xfrm>
            <a:off x="685800" y="4400640"/>
            <a:ext cx="5484600" cy="3598560"/>
          </a:xfrm>
          <a:prstGeom prst="rect">
            <a:avLst/>
          </a:prstGeom>
        </p:spPr>
        <p:txBody>
          <a:bodyPr lIns="0" tIns="0" rIns="0" bIns="0">
            <a:noAutofit/>
          </a:bodyPr>
          <a:lstStyle/>
          <a:p>
            <a:pPr marL="215900" indent="-215900">
              <a:lnSpc>
                <a:spcPct val="100000"/>
              </a:lnSpc>
            </a:pPr>
            <a:r>
              <a:rPr lang="en-US" sz="4400" b="0" strike="noStrike" spc="-1">
                <a:latin typeface="Arial" panose="020B0604020202020204"/>
              </a:rPr>
              <a:t>几何信息处理流程：3D点云最近邻距离计算与深度归一化                    未归一化：远处物体距离误差被放大    归一化后：相对距离误差保持稳定   该几何处理流程有效解决了传统方法在深度变化场景中的尺度敏感性问题，为弱纹理区域的重建提供了稳定可靠的几何约束。</a:t>
            </a:r>
          </a:p>
          <a:p>
            <a:pPr marL="215900" indent="-215900">
              <a:lnSpc>
                <a:spcPct val="100000"/>
              </a:lnSpc>
            </a:pPr>
            <a:endParaRPr lang="en-US" sz="4400" b="0" strike="noStrike" spc="-1">
              <a:latin typeface="Arial" panose="020B0604020202020204"/>
            </a:endParaRPr>
          </a:p>
          <a:p>
            <a:pPr>
              <a:lnSpc>
                <a:spcPct val="100000"/>
              </a:lnSpc>
            </a:pPr>
            <a:r>
              <a:rPr lang="en-US" sz="4400" b="0" strike="noStrike">
                <a:solidFill>
                  <a:srgbClr val="000000"/>
                </a:solidFill>
                <a:latin typeface="Arial" panose="020B0604020202020204"/>
                <a:ea typeface="DejaVu Sans"/>
                <a:sym typeface="+mn-ea"/>
              </a:rPr>
              <a:t>1. </a:t>
            </a:r>
            <a:r>
              <a:rPr lang="zh-CN" sz="4400" b="0" strike="noStrike">
                <a:solidFill>
                  <a:srgbClr val="000000"/>
                </a:solidFill>
                <a:latin typeface="Arial" panose="020B0604020202020204"/>
                <a:ea typeface="DejaVu Sans"/>
                <a:sym typeface="+mn-ea"/>
              </a:rPr>
              <a:t>重叠度不确定性    衡量当前帧与已有地图的覆盖程度的不确定性</a:t>
            </a:r>
            <a:endParaRPr lang="en-US" sz="4400" b="0" strike="noStrike" spc="-1">
              <a:latin typeface="Arial" panose="020B0604020202020204"/>
            </a:endParaRPr>
          </a:p>
          <a:p>
            <a:pPr>
              <a:lnSpc>
                <a:spcPct val="100000"/>
              </a:lnSpc>
            </a:pPr>
            <a:r>
              <a:rPr lang="en-US" sz="4400" b="0" strike="noStrike">
                <a:solidFill>
                  <a:srgbClr val="000000"/>
                </a:solidFill>
                <a:latin typeface="Arial" panose="020B0604020202020204"/>
                <a:ea typeface="DejaVu Sans"/>
                <a:sym typeface="+mn-ea"/>
              </a:rPr>
              <a:t>2. </a:t>
            </a:r>
            <a:r>
              <a:rPr lang="zh-CN" sz="4400" b="0" strike="noStrike">
                <a:solidFill>
                  <a:srgbClr val="000000"/>
                </a:solidFill>
                <a:latin typeface="Arial" panose="020B0604020202020204"/>
                <a:ea typeface="DejaVu Sans"/>
                <a:sym typeface="+mn-ea"/>
              </a:rPr>
              <a:t>置信度不确定性    评估三维重建的质量和可靠性的不确定性</a:t>
            </a:r>
            <a:endParaRPr lang="en-US" sz="4400" b="0" strike="noStrike" spc="-1">
              <a:latin typeface="Arial" panose="020B0604020202020204"/>
            </a:endParaRPr>
          </a:p>
          <a:p>
            <a:pPr>
              <a:lnSpc>
                <a:spcPct val="100000"/>
              </a:lnSpc>
            </a:pPr>
            <a:r>
              <a:rPr lang="en-US" sz="4400" b="0" strike="noStrike">
                <a:solidFill>
                  <a:srgbClr val="000000"/>
                </a:solidFill>
                <a:latin typeface="Arial" panose="020B0604020202020204"/>
                <a:ea typeface="DejaVu Sans"/>
                <a:sym typeface="+mn-ea"/>
              </a:rPr>
              <a:t>3. </a:t>
            </a:r>
            <a:r>
              <a:rPr lang="zh-CN" sz="4400" b="0" strike="noStrike">
                <a:solidFill>
                  <a:srgbClr val="000000"/>
                </a:solidFill>
                <a:latin typeface="Arial" panose="020B0604020202020204"/>
                <a:ea typeface="DejaVu Sans"/>
                <a:sym typeface="+mn-ea"/>
              </a:rPr>
              <a:t>运动不确定性   量化相机运动速度的不确定性</a:t>
            </a:r>
            <a:endParaRPr lang="en-US" sz="4400" b="0" strike="noStrike" spc="-1">
              <a:latin typeface="Arial" panose="020B0604020202020204"/>
            </a:endParaRPr>
          </a:p>
          <a:p>
            <a:pPr>
              <a:lnSpc>
                <a:spcPct val="100000"/>
              </a:lnSpc>
            </a:pPr>
            <a:r>
              <a:rPr lang="en-US" sz="4400" b="0" strike="noStrike">
                <a:solidFill>
                  <a:srgbClr val="000000"/>
                </a:solidFill>
                <a:latin typeface="Arial" panose="020B0604020202020204"/>
                <a:ea typeface="DejaVu Sans"/>
                <a:sym typeface="+mn-ea"/>
              </a:rPr>
              <a:t>4. </a:t>
            </a:r>
            <a:r>
              <a:rPr lang="zh-CN" sz="4400" b="0" strike="noStrike">
                <a:solidFill>
                  <a:srgbClr val="000000"/>
                </a:solidFill>
                <a:latin typeface="Arial" panose="020B0604020202020204"/>
                <a:ea typeface="DejaVu Sans"/>
                <a:sym typeface="+mn-ea"/>
              </a:rPr>
              <a:t>时间间隔不确定性   记录距离上一个关键帧的帧数的不确定性</a:t>
            </a:r>
            <a:endParaRPr lang="en-US" sz="4400" b="0" strike="noStrike" spc="-1">
              <a:latin typeface="Arial" panose="020B0604020202020204"/>
            </a:endParaRPr>
          </a:p>
          <a:p>
            <a:pPr>
              <a:lnSpc>
                <a:spcPct val="100000"/>
              </a:lnSpc>
            </a:pPr>
            <a:r>
              <a:rPr lang="en-US" sz="4400" b="0" strike="noStrike">
                <a:solidFill>
                  <a:srgbClr val="000000"/>
                </a:solidFill>
                <a:latin typeface="Arial" panose="020B0604020202020204"/>
                <a:ea typeface="DejaVu Sans"/>
                <a:sym typeface="+mn-ea"/>
              </a:rPr>
              <a:t>5. </a:t>
            </a:r>
            <a:r>
              <a:rPr lang="zh-CN" sz="4400" b="0" strike="noStrike">
                <a:solidFill>
                  <a:srgbClr val="000000"/>
                </a:solidFill>
                <a:latin typeface="Arial" panose="020B0604020202020204"/>
                <a:ea typeface="DejaVu Sans"/>
                <a:sym typeface="+mn-ea"/>
              </a:rPr>
              <a:t>信息增益不确定性   衡量当前帧带来的新信息量的不确定性</a:t>
            </a:r>
            <a:endParaRPr lang="en-US" sz="4400" b="0" strike="noStrike" spc="-1">
              <a:latin typeface="Arial" panose="020B0604020202020204"/>
            </a:endParaRPr>
          </a:p>
          <a:p>
            <a:pPr>
              <a:lnSpc>
                <a:spcPct val="100000"/>
              </a:lnSpc>
            </a:pPr>
            <a:r>
              <a:rPr lang="en-US" sz="4400" b="0" strike="noStrike">
                <a:solidFill>
                  <a:srgbClr val="000000"/>
                </a:solidFill>
                <a:latin typeface="Arial" panose="020B0604020202020204"/>
                <a:ea typeface="DejaVu Sans"/>
                <a:sym typeface="+mn-ea"/>
              </a:rPr>
              <a:t>6. </a:t>
            </a:r>
            <a:r>
              <a:rPr lang="zh-CN" sz="4400" b="0" strike="noStrike">
                <a:solidFill>
                  <a:srgbClr val="000000"/>
                </a:solidFill>
                <a:latin typeface="Arial" panose="020B0604020202020204"/>
                <a:ea typeface="DejaVu Sans"/>
                <a:sym typeface="+mn-ea"/>
              </a:rPr>
              <a:t>追踪质量不确定性   评估位姿估计的稳定性的不确定性</a:t>
            </a:r>
            <a:endParaRPr lang="en-US" sz="4400" b="0" strike="noStrike" spc="-1">
              <a:latin typeface="Arial" panose="020B0604020202020204"/>
            </a:endParaRPr>
          </a:p>
          <a:p>
            <a:pPr marL="215900" indent="-215900">
              <a:lnSpc>
                <a:spcPct val="100000"/>
              </a:lnSpc>
            </a:pPr>
            <a:endParaRPr lang="en-US" sz="4400" b="0" strike="noStrike" spc="-1">
              <a:latin typeface="Arial" panose="020B0604020202020204"/>
            </a:endParaRPr>
          </a:p>
        </p:txBody>
      </p:sp>
      <p:sp>
        <p:nvSpPr>
          <p:cNvPr id="817" name="CustomShape 3">
            <a:extLst>
              <a:ext uri="{FF2B5EF4-FFF2-40B4-BE49-F238E27FC236}">
                <a16:creationId xmlns:a16="http://schemas.microsoft.com/office/drawing/2014/main" id="{B9DA9DEA-D46D-D0EB-63C7-E3A475D6A8DE}"/>
              </a:ext>
            </a:extLst>
          </p:cNvPr>
          <p:cNvSpPr/>
          <p:nvPr/>
        </p:nvSpPr>
        <p:spPr>
          <a:xfrm>
            <a:off x="3884760" y="8685360"/>
            <a:ext cx="2970000" cy="456840"/>
          </a:xfrm>
          <a:prstGeom prst="rect">
            <a:avLst/>
          </a:prstGeom>
          <a:noFill/>
          <a:ln>
            <a:noFill/>
          </a:ln>
        </p:spPr>
        <p:style>
          <a:lnRef idx="0">
            <a:srgbClr val="FFFFFF"/>
          </a:lnRef>
          <a:fillRef idx="0">
            <a:srgbClr val="FFFFFF"/>
          </a:fillRef>
          <a:effectRef idx="0">
            <a:srgbClr val="FFFFFF"/>
          </a:effectRef>
          <a:fontRef idx="minor"/>
        </p:style>
      </p:sp>
    </p:spTree>
    <p:extLst>
      <p:ext uri="{BB962C8B-B14F-4D97-AF65-F5344CB8AC3E}">
        <p14:creationId xmlns:p14="http://schemas.microsoft.com/office/powerpoint/2010/main" val="395737065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444D97-8032-8354-D5EE-7697AF3F0250}"/>
            </a:ext>
          </a:extLst>
        </p:cNvPr>
        <p:cNvGrpSpPr/>
        <p:nvPr/>
      </p:nvGrpSpPr>
      <p:grpSpPr>
        <a:xfrm>
          <a:off x="0" y="0"/>
          <a:ext cx="0" cy="0"/>
          <a:chOff x="0" y="0"/>
          <a:chExt cx="0" cy="0"/>
        </a:xfrm>
      </p:grpSpPr>
      <p:sp>
        <p:nvSpPr>
          <p:cNvPr id="815" name="PlaceHolder 1">
            <a:extLst>
              <a:ext uri="{FF2B5EF4-FFF2-40B4-BE49-F238E27FC236}">
                <a16:creationId xmlns:a16="http://schemas.microsoft.com/office/drawing/2014/main" id="{6F5E7F8A-5227-24E5-D527-77AD66E4BD04}"/>
              </a:ext>
            </a:extLst>
          </p:cNvPr>
          <p:cNvSpPr>
            <a:spLocks noGrp="1" noRot="1" noChangeAspect="1"/>
          </p:cNvSpPr>
          <p:nvPr>
            <p:ph type="sldImg"/>
          </p:nvPr>
        </p:nvSpPr>
        <p:spPr>
          <a:xfrm>
            <a:off x="685800" y="1143000"/>
            <a:ext cx="5484813" cy="3084513"/>
          </a:xfrm>
          <a:prstGeom prst="rect">
            <a:avLst/>
          </a:prstGeom>
        </p:spPr>
      </p:sp>
      <p:sp>
        <p:nvSpPr>
          <p:cNvPr id="816" name="PlaceHolder 2">
            <a:extLst>
              <a:ext uri="{FF2B5EF4-FFF2-40B4-BE49-F238E27FC236}">
                <a16:creationId xmlns:a16="http://schemas.microsoft.com/office/drawing/2014/main" id="{C5101428-5B4C-7810-B535-7BC347968EE6}"/>
              </a:ext>
            </a:extLst>
          </p:cNvPr>
          <p:cNvSpPr>
            <a:spLocks noGrp="1"/>
          </p:cNvSpPr>
          <p:nvPr>
            <p:ph type="body"/>
          </p:nvPr>
        </p:nvSpPr>
        <p:spPr>
          <a:xfrm>
            <a:off x="685800" y="4400640"/>
            <a:ext cx="5484600" cy="3598560"/>
          </a:xfrm>
          <a:prstGeom prst="rect">
            <a:avLst/>
          </a:prstGeom>
        </p:spPr>
        <p:txBody>
          <a:bodyPr lIns="0" tIns="0" rIns="0" bIns="0">
            <a:noAutofit/>
          </a:bodyPr>
          <a:lstStyle/>
          <a:p>
            <a:pPr marL="215900" indent="-215900">
              <a:lnSpc>
                <a:spcPct val="100000"/>
              </a:lnSpc>
            </a:pPr>
            <a:r>
              <a:rPr lang="en-US" sz="4400" b="0" strike="noStrike" spc="-1">
                <a:latin typeface="Arial" panose="020B0604020202020204"/>
              </a:rPr>
              <a:t>几何信息处理流程：3D点云最近邻距离计算与深度归一化                    未归一化：远处物体距离误差被放大    归一化后：相对距离误差保持稳定   该几何处理流程有效解决了传统方法在深度变化场景中的尺度敏感性问题，为弱纹理区域的重建提供了稳定可靠的几何约束。</a:t>
            </a:r>
          </a:p>
          <a:p>
            <a:pPr marL="215900" indent="-215900">
              <a:lnSpc>
                <a:spcPct val="100000"/>
              </a:lnSpc>
            </a:pPr>
            <a:endParaRPr lang="en-US" sz="4400" b="0" strike="noStrike" spc="-1">
              <a:latin typeface="Arial" panose="020B0604020202020204"/>
            </a:endParaRPr>
          </a:p>
          <a:p>
            <a:pPr>
              <a:lnSpc>
                <a:spcPct val="100000"/>
              </a:lnSpc>
            </a:pPr>
            <a:r>
              <a:rPr lang="en-US" sz="4400" b="0" strike="noStrike">
                <a:solidFill>
                  <a:srgbClr val="000000"/>
                </a:solidFill>
                <a:latin typeface="Arial" panose="020B0604020202020204"/>
                <a:ea typeface="DejaVu Sans"/>
                <a:sym typeface="+mn-ea"/>
              </a:rPr>
              <a:t>1. </a:t>
            </a:r>
            <a:r>
              <a:rPr lang="zh-CN" sz="4400" b="0" strike="noStrike">
                <a:solidFill>
                  <a:srgbClr val="000000"/>
                </a:solidFill>
                <a:latin typeface="Arial" panose="020B0604020202020204"/>
                <a:ea typeface="DejaVu Sans"/>
                <a:sym typeface="+mn-ea"/>
              </a:rPr>
              <a:t>重叠度不确定性    衡量当前帧与已有地图的覆盖程度的不确定性</a:t>
            </a:r>
            <a:endParaRPr lang="en-US" sz="4400" b="0" strike="noStrike" spc="-1">
              <a:latin typeface="Arial" panose="020B0604020202020204"/>
            </a:endParaRPr>
          </a:p>
          <a:p>
            <a:pPr>
              <a:lnSpc>
                <a:spcPct val="100000"/>
              </a:lnSpc>
            </a:pPr>
            <a:r>
              <a:rPr lang="en-US" sz="4400" b="0" strike="noStrike">
                <a:solidFill>
                  <a:srgbClr val="000000"/>
                </a:solidFill>
                <a:latin typeface="Arial" panose="020B0604020202020204"/>
                <a:ea typeface="DejaVu Sans"/>
                <a:sym typeface="+mn-ea"/>
              </a:rPr>
              <a:t>2. </a:t>
            </a:r>
            <a:r>
              <a:rPr lang="zh-CN" sz="4400" b="0" strike="noStrike">
                <a:solidFill>
                  <a:srgbClr val="000000"/>
                </a:solidFill>
                <a:latin typeface="Arial" panose="020B0604020202020204"/>
                <a:ea typeface="DejaVu Sans"/>
                <a:sym typeface="+mn-ea"/>
              </a:rPr>
              <a:t>置信度不确定性    评估三维重建的质量和可靠性的不确定性</a:t>
            </a:r>
            <a:endParaRPr lang="en-US" sz="4400" b="0" strike="noStrike" spc="-1">
              <a:latin typeface="Arial" panose="020B0604020202020204"/>
            </a:endParaRPr>
          </a:p>
          <a:p>
            <a:pPr>
              <a:lnSpc>
                <a:spcPct val="100000"/>
              </a:lnSpc>
            </a:pPr>
            <a:r>
              <a:rPr lang="en-US" sz="4400" b="0" strike="noStrike">
                <a:solidFill>
                  <a:srgbClr val="000000"/>
                </a:solidFill>
                <a:latin typeface="Arial" panose="020B0604020202020204"/>
                <a:ea typeface="DejaVu Sans"/>
                <a:sym typeface="+mn-ea"/>
              </a:rPr>
              <a:t>3. </a:t>
            </a:r>
            <a:r>
              <a:rPr lang="zh-CN" sz="4400" b="0" strike="noStrike">
                <a:solidFill>
                  <a:srgbClr val="000000"/>
                </a:solidFill>
                <a:latin typeface="Arial" panose="020B0604020202020204"/>
                <a:ea typeface="DejaVu Sans"/>
                <a:sym typeface="+mn-ea"/>
              </a:rPr>
              <a:t>运动不确定性   量化相机运动速度的不确定性</a:t>
            </a:r>
            <a:endParaRPr lang="en-US" sz="4400" b="0" strike="noStrike" spc="-1">
              <a:latin typeface="Arial" panose="020B0604020202020204"/>
            </a:endParaRPr>
          </a:p>
          <a:p>
            <a:pPr>
              <a:lnSpc>
                <a:spcPct val="100000"/>
              </a:lnSpc>
            </a:pPr>
            <a:r>
              <a:rPr lang="en-US" sz="4400" b="0" strike="noStrike">
                <a:solidFill>
                  <a:srgbClr val="000000"/>
                </a:solidFill>
                <a:latin typeface="Arial" panose="020B0604020202020204"/>
                <a:ea typeface="DejaVu Sans"/>
                <a:sym typeface="+mn-ea"/>
              </a:rPr>
              <a:t>4. </a:t>
            </a:r>
            <a:r>
              <a:rPr lang="zh-CN" sz="4400" b="0" strike="noStrike">
                <a:solidFill>
                  <a:srgbClr val="000000"/>
                </a:solidFill>
                <a:latin typeface="Arial" panose="020B0604020202020204"/>
                <a:ea typeface="DejaVu Sans"/>
                <a:sym typeface="+mn-ea"/>
              </a:rPr>
              <a:t>时间间隔不确定性   记录距离上一个关键帧的帧数的不确定性</a:t>
            </a:r>
            <a:endParaRPr lang="en-US" sz="4400" b="0" strike="noStrike" spc="-1">
              <a:latin typeface="Arial" panose="020B0604020202020204"/>
            </a:endParaRPr>
          </a:p>
          <a:p>
            <a:pPr>
              <a:lnSpc>
                <a:spcPct val="100000"/>
              </a:lnSpc>
            </a:pPr>
            <a:r>
              <a:rPr lang="en-US" sz="4400" b="0" strike="noStrike">
                <a:solidFill>
                  <a:srgbClr val="000000"/>
                </a:solidFill>
                <a:latin typeface="Arial" panose="020B0604020202020204"/>
                <a:ea typeface="DejaVu Sans"/>
                <a:sym typeface="+mn-ea"/>
              </a:rPr>
              <a:t>5. </a:t>
            </a:r>
            <a:r>
              <a:rPr lang="zh-CN" sz="4400" b="0" strike="noStrike">
                <a:solidFill>
                  <a:srgbClr val="000000"/>
                </a:solidFill>
                <a:latin typeface="Arial" panose="020B0604020202020204"/>
                <a:ea typeface="DejaVu Sans"/>
                <a:sym typeface="+mn-ea"/>
              </a:rPr>
              <a:t>信息增益不确定性   衡量当前帧带来的新信息量的不确定性</a:t>
            </a:r>
            <a:endParaRPr lang="en-US" sz="4400" b="0" strike="noStrike" spc="-1">
              <a:latin typeface="Arial" panose="020B0604020202020204"/>
            </a:endParaRPr>
          </a:p>
          <a:p>
            <a:pPr>
              <a:lnSpc>
                <a:spcPct val="100000"/>
              </a:lnSpc>
            </a:pPr>
            <a:r>
              <a:rPr lang="en-US" sz="4400" b="0" strike="noStrike">
                <a:solidFill>
                  <a:srgbClr val="000000"/>
                </a:solidFill>
                <a:latin typeface="Arial" panose="020B0604020202020204"/>
                <a:ea typeface="DejaVu Sans"/>
                <a:sym typeface="+mn-ea"/>
              </a:rPr>
              <a:t>6. </a:t>
            </a:r>
            <a:r>
              <a:rPr lang="zh-CN" sz="4400" b="0" strike="noStrike">
                <a:solidFill>
                  <a:srgbClr val="000000"/>
                </a:solidFill>
                <a:latin typeface="Arial" panose="020B0604020202020204"/>
                <a:ea typeface="DejaVu Sans"/>
                <a:sym typeface="+mn-ea"/>
              </a:rPr>
              <a:t>追踪质量不确定性   评估位姿估计的稳定性的不确定性</a:t>
            </a:r>
            <a:endParaRPr lang="en-US" sz="4400" b="0" strike="noStrike" spc="-1">
              <a:latin typeface="Arial" panose="020B0604020202020204"/>
            </a:endParaRPr>
          </a:p>
          <a:p>
            <a:pPr marL="215900" indent="-215900">
              <a:lnSpc>
                <a:spcPct val="100000"/>
              </a:lnSpc>
            </a:pPr>
            <a:endParaRPr lang="en-US" sz="4400" b="0" strike="noStrike" spc="-1">
              <a:latin typeface="Arial" panose="020B0604020202020204"/>
            </a:endParaRPr>
          </a:p>
        </p:txBody>
      </p:sp>
      <p:sp>
        <p:nvSpPr>
          <p:cNvPr id="817" name="CustomShape 3">
            <a:extLst>
              <a:ext uri="{FF2B5EF4-FFF2-40B4-BE49-F238E27FC236}">
                <a16:creationId xmlns:a16="http://schemas.microsoft.com/office/drawing/2014/main" id="{A669AAF2-7B4D-CE85-C666-E5BC94C34510}"/>
              </a:ext>
            </a:extLst>
          </p:cNvPr>
          <p:cNvSpPr/>
          <p:nvPr/>
        </p:nvSpPr>
        <p:spPr>
          <a:xfrm>
            <a:off x="3884760" y="8685360"/>
            <a:ext cx="2970000" cy="456840"/>
          </a:xfrm>
          <a:prstGeom prst="rect">
            <a:avLst/>
          </a:prstGeom>
          <a:noFill/>
          <a:ln>
            <a:noFill/>
          </a:ln>
        </p:spPr>
        <p:style>
          <a:lnRef idx="0">
            <a:srgbClr val="FFFFFF"/>
          </a:lnRef>
          <a:fillRef idx="0">
            <a:srgbClr val="FFFFFF"/>
          </a:fillRef>
          <a:effectRef idx="0">
            <a:srgbClr val="FFFFFF"/>
          </a:effectRef>
          <a:fontRef idx="minor"/>
        </p:style>
      </p:sp>
    </p:spTree>
    <p:extLst>
      <p:ext uri="{BB962C8B-B14F-4D97-AF65-F5344CB8AC3E}">
        <p14:creationId xmlns:p14="http://schemas.microsoft.com/office/powerpoint/2010/main" val="177244849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626AC2-A2FF-09A3-6034-255CC924D805}"/>
            </a:ext>
          </a:extLst>
        </p:cNvPr>
        <p:cNvGrpSpPr/>
        <p:nvPr/>
      </p:nvGrpSpPr>
      <p:grpSpPr>
        <a:xfrm>
          <a:off x="0" y="0"/>
          <a:ext cx="0" cy="0"/>
          <a:chOff x="0" y="0"/>
          <a:chExt cx="0" cy="0"/>
        </a:xfrm>
      </p:grpSpPr>
      <p:sp>
        <p:nvSpPr>
          <p:cNvPr id="815" name="PlaceHolder 1">
            <a:extLst>
              <a:ext uri="{FF2B5EF4-FFF2-40B4-BE49-F238E27FC236}">
                <a16:creationId xmlns:a16="http://schemas.microsoft.com/office/drawing/2014/main" id="{46A63F07-E1CD-7D00-B4C7-7F299AA25703}"/>
              </a:ext>
            </a:extLst>
          </p:cNvPr>
          <p:cNvSpPr>
            <a:spLocks noGrp="1" noRot="1" noChangeAspect="1"/>
          </p:cNvSpPr>
          <p:nvPr>
            <p:ph type="sldImg"/>
          </p:nvPr>
        </p:nvSpPr>
        <p:spPr>
          <a:xfrm>
            <a:off x="685800" y="1143000"/>
            <a:ext cx="5484813" cy="3084513"/>
          </a:xfrm>
          <a:prstGeom prst="rect">
            <a:avLst/>
          </a:prstGeom>
        </p:spPr>
      </p:sp>
      <p:sp>
        <p:nvSpPr>
          <p:cNvPr id="816" name="PlaceHolder 2">
            <a:extLst>
              <a:ext uri="{FF2B5EF4-FFF2-40B4-BE49-F238E27FC236}">
                <a16:creationId xmlns:a16="http://schemas.microsoft.com/office/drawing/2014/main" id="{75043A5E-A866-73BF-0329-DE1A96A7649F}"/>
              </a:ext>
            </a:extLst>
          </p:cNvPr>
          <p:cNvSpPr>
            <a:spLocks noGrp="1"/>
          </p:cNvSpPr>
          <p:nvPr>
            <p:ph type="body"/>
          </p:nvPr>
        </p:nvSpPr>
        <p:spPr>
          <a:xfrm>
            <a:off x="685800" y="4400640"/>
            <a:ext cx="5484600" cy="3598560"/>
          </a:xfrm>
          <a:prstGeom prst="rect">
            <a:avLst/>
          </a:prstGeom>
        </p:spPr>
        <p:txBody>
          <a:bodyPr lIns="0" tIns="0" rIns="0" bIns="0">
            <a:noAutofit/>
          </a:bodyPr>
          <a:lstStyle/>
          <a:p>
            <a:pPr marL="215900" indent="-215900">
              <a:lnSpc>
                <a:spcPct val="100000"/>
              </a:lnSpc>
            </a:pPr>
            <a:r>
              <a:rPr lang="en-US" sz="4400" b="0" strike="noStrike" spc="-1">
                <a:latin typeface="Arial" panose="020B0604020202020204"/>
              </a:rPr>
              <a:t>几何信息处理流程：3D点云最近邻距离计算与深度归一化                    未归一化：远处物体距离误差被放大    归一化后：相对距离误差保持稳定   该几何处理流程有效解决了传统方法在深度变化场景中的尺度敏感性问题，为弱纹理区域的重建提供了稳定可靠的几何约束。</a:t>
            </a:r>
          </a:p>
          <a:p>
            <a:pPr marL="215900" indent="-215900">
              <a:lnSpc>
                <a:spcPct val="100000"/>
              </a:lnSpc>
            </a:pPr>
            <a:endParaRPr lang="en-US" sz="4400" b="0" strike="noStrike" spc="-1">
              <a:latin typeface="Arial" panose="020B0604020202020204"/>
            </a:endParaRPr>
          </a:p>
          <a:p>
            <a:pPr>
              <a:lnSpc>
                <a:spcPct val="100000"/>
              </a:lnSpc>
            </a:pPr>
            <a:r>
              <a:rPr lang="en-US" sz="4400" b="0" strike="noStrike">
                <a:solidFill>
                  <a:srgbClr val="000000"/>
                </a:solidFill>
                <a:latin typeface="Arial" panose="020B0604020202020204"/>
                <a:ea typeface="DejaVu Sans"/>
                <a:sym typeface="+mn-ea"/>
              </a:rPr>
              <a:t>1. </a:t>
            </a:r>
            <a:r>
              <a:rPr lang="zh-CN" sz="4400" b="0" strike="noStrike">
                <a:solidFill>
                  <a:srgbClr val="000000"/>
                </a:solidFill>
                <a:latin typeface="Arial" panose="020B0604020202020204"/>
                <a:ea typeface="DejaVu Sans"/>
                <a:sym typeface="+mn-ea"/>
              </a:rPr>
              <a:t>重叠度不确定性    衡量当前帧与已有地图的覆盖程度的不确定性</a:t>
            </a:r>
            <a:endParaRPr lang="en-US" sz="4400" b="0" strike="noStrike" spc="-1">
              <a:latin typeface="Arial" panose="020B0604020202020204"/>
            </a:endParaRPr>
          </a:p>
          <a:p>
            <a:pPr>
              <a:lnSpc>
                <a:spcPct val="100000"/>
              </a:lnSpc>
            </a:pPr>
            <a:r>
              <a:rPr lang="en-US" sz="4400" b="0" strike="noStrike">
                <a:solidFill>
                  <a:srgbClr val="000000"/>
                </a:solidFill>
                <a:latin typeface="Arial" panose="020B0604020202020204"/>
                <a:ea typeface="DejaVu Sans"/>
                <a:sym typeface="+mn-ea"/>
              </a:rPr>
              <a:t>2. </a:t>
            </a:r>
            <a:r>
              <a:rPr lang="zh-CN" sz="4400" b="0" strike="noStrike">
                <a:solidFill>
                  <a:srgbClr val="000000"/>
                </a:solidFill>
                <a:latin typeface="Arial" panose="020B0604020202020204"/>
                <a:ea typeface="DejaVu Sans"/>
                <a:sym typeface="+mn-ea"/>
              </a:rPr>
              <a:t>置信度不确定性    评估三维重建的质量和可靠性的不确定性</a:t>
            </a:r>
            <a:endParaRPr lang="en-US" sz="4400" b="0" strike="noStrike" spc="-1">
              <a:latin typeface="Arial" panose="020B0604020202020204"/>
            </a:endParaRPr>
          </a:p>
          <a:p>
            <a:pPr>
              <a:lnSpc>
                <a:spcPct val="100000"/>
              </a:lnSpc>
            </a:pPr>
            <a:r>
              <a:rPr lang="en-US" sz="4400" b="0" strike="noStrike">
                <a:solidFill>
                  <a:srgbClr val="000000"/>
                </a:solidFill>
                <a:latin typeface="Arial" panose="020B0604020202020204"/>
                <a:ea typeface="DejaVu Sans"/>
                <a:sym typeface="+mn-ea"/>
              </a:rPr>
              <a:t>3. </a:t>
            </a:r>
            <a:r>
              <a:rPr lang="zh-CN" sz="4400" b="0" strike="noStrike">
                <a:solidFill>
                  <a:srgbClr val="000000"/>
                </a:solidFill>
                <a:latin typeface="Arial" panose="020B0604020202020204"/>
                <a:ea typeface="DejaVu Sans"/>
                <a:sym typeface="+mn-ea"/>
              </a:rPr>
              <a:t>运动不确定性   量化相机运动速度的不确定性</a:t>
            </a:r>
            <a:endParaRPr lang="en-US" sz="4400" b="0" strike="noStrike" spc="-1">
              <a:latin typeface="Arial" panose="020B0604020202020204"/>
            </a:endParaRPr>
          </a:p>
          <a:p>
            <a:pPr>
              <a:lnSpc>
                <a:spcPct val="100000"/>
              </a:lnSpc>
            </a:pPr>
            <a:r>
              <a:rPr lang="en-US" sz="4400" b="0" strike="noStrike">
                <a:solidFill>
                  <a:srgbClr val="000000"/>
                </a:solidFill>
                <a:latin typeface="Arial" panose="020B0604020202020204"/>
                <a:ea typeface="DejaVu Sans"/>
                <a:sym typeface="+mn-ea"/>
              </a:rPr>
              <a:t>4. </a:t>
            </a:r>
            <a:r>
              <a:rPr lang="zh-CN" sz="4400" b="0" strike="noStrike">
                <a:solidFill>
                  <a:srgbClr val="000000"/>
                </a:solidFill>
                <a:latin typeface="Arial" panose="020B0604020202020204"/>
                <a:ea typeface="DejaVu Sans"/>
                <a:sym typeface="+mn-ea"/>
              </a:rPr>
              <a:t>时间间隔不确定性   记录距离上一个关键帧的帧数的不确定性</a:t>
            </a:r>
            <a:endParaRPr lang="en-US" sz="4400" b="0" strike="noStrike" spc="-1">
              <a:latin typeface="Arial" panose="020B0604020202020204"/>
            </a:endParaRPr>
          </a:p>
          <a:p>
            <a:pPr>
              <a:lnSpc>
                <a:spcPct val="100000"/>
              </a:lnSpc>
            </a:pPr>
            <a:r>
              <a:rPr lang="en-US" sz="4400" b="0" strike="noStrike">
                <a:solidFill>
                  <a:srgbClr val="000000"/>
                </a:solidFill>
                <a:latin typeface="Arial" panose="020B0604020202020204"/>
                <a:ea typeface="DejaVu Sans"/>
                <a:sym typeface="+mn-ea"/>
              </a:rPr>
              <a:t>5. </a:t>
            </a:r>
            <a:r>
              <a:rPr lang="zh-CN" sz="4400" b="0" strike="noStrike">
                <a:solidFill>
                  <a:srgbClr val="000000"/>
                </a:solidFill>
                <a:latin typeface="Arial" panose="020B0604020202020204"/>
                <a:ea typeface="DejaVu Sans"/>
                <a:sym typeface="+mn-ea"/>
              </a:rPr>
              <a:t>信息增益不确定性   衡量当前帧带来的新信息量的不确定性</a:t>
            </a:r>
            <a:endParaRPr lang="en-US" sz="4400" b="0" strike="noStrike" spc="-1">
              <a:latin typeface="Arial" panose="020B0604020202020204"/>
            </a:endParaRPr>
          </a:p>
          <a:p>
            <a:pPr>
              <a:lnSpc>
                <a:spcPct val="100000"/>
              </a:lnSpc>
            </a:pPr>
            <a:r>
              <a:rPr lang="en-US" sz="4400" b="0" strike="noStrike">
                <a:solidFill>
                  <a:srgbClr val="000000"/>
                </a:solidFill>
                <a:latin typeface="Arial" panose="020B0604020202020204"/>
                <a:ea typeface="DejaVu Sans"/>
                <a:sym typeface="+mn-ea"/>
              </a:rPr>
              <a:t>6. </a:t>
            </a:r>
            <a:r>
              <a:rPr lang="zh-CN" sz="4400" b="0" strike="noStrike">
                <a:solidFill>
                  <a:srgbClr val="000000"/>
                </a:solidFill>
                <a:latin typeface="Arial" panose="020B0604020202020204"/>
                <a:ea typeface="DejaVu Sans"/>
                <a:sym typeface="+mn-ea"/>
              </a:rPr>
              <a:t>追踪质量不确定性   评估位姿估计的稳定性的不确定性</a:t>
            </a:r>
            <a:endParaRPr lang="en-US" sz="4400" b="0" strike="noStrike" spc="-1">
              <a:latin typeface="Arial" panose="020B0604020202020204"/>
            </a:endParaRPr>
          </a:p>
          <a:p>
            <a:pPr marL="215900" indent="-215900">
              <a:lnSpc>
                <a:spcPct val="100000"/>
              </a:lnSpc>
            </a:pPr>
            <a:endParaRPr lang="en-US" sz="4400" b="0" strike="noStrike" spc="-1">
              <a:latin typeface="Arial" panose="020B0604020202020204"/>
            </a:endParaRPr>
          </a:p>
        </p:txBody>
      </p:sp>
      <p:sp>
        <p:nvSpPr>
          <p:cNvPr id="817" name="CustomShape 3">
            <a:extLst>
              <a:ext uri="{FF2B5EF4-FFF2-40B4-BE49-F238E27FC236}">
                <a16:creationId xmlns:a16="http://schemas.microsoft.com/office/drawing/2014/main" id="{648D96D3-47C6-AFD4-1299-6D103DF920EB}"/>
              </a:ext>
            </a:extLst>
          </p:cNvPr>
          <p:cNvSpPr/>
          <p:nvPr/>
        </p:nvSpPr>
        <p:spPr>
          <a:xfrm>
            <a:off x="3884760" y="8685360"/>
            <a:ext cx="2970000" cy="456840"/>
          </a:xfrm>
          <a:prstGeom prst="rect">
            <a:avLst/>
          </a:prstGeom>
          <a:noFill/>
          <a:ln>
            <a:noFill/>
          </a:ln>
        </p:spPr>
        <p:style>
          <a:lnRef idx="0">
            <a:srgbClr val="FFFFFF"/>
          </a:lnRef>
          <a:fillRef idx="0">
            <a:srgbClr val="FFFFFF"/>
          </a:fillRef>
          <a:effectRef idx="0">
            <a:srgbClr val="FFFFFF"/>
          </a:effectRef>
          <a:fontRef idx="minor"/>
        </p:style>
      </p:sp>
    </p:spTree>
    <p:extLst>
      <p:ext uri="{BB962C8B-B14F-4D97-AF65-F5344CB8AC3E}">
        <p14:creationId xmlns:p14="http://schemas.microsoft.com/office/powerpoint/2010/main" val="404894732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D59414-FC80-B7D8-6BBC-1AEFE02E7870}"/>
            </a:ext>
          </a:extLst>
        </p:cNvPr>
        <p:cNvGrpSpPr/>
        <p:nvPr/>
      </p:nvGrpSpPr>
      <p:grpSpPr>
        <a:xfrm>
          <a:off x="0" y="0"/>
          <a:ext cx="0" cy="0"/>
          <a:chOff x="0" y="0"/>
          <a:chExt cx="0" cy="0"/>
        </a:xfrm>
      </p:grpSpPr>
      <p:sp>
        <p:nvSpPr>
          <p:cNvPr id="815" name="PlaceHolder 1">
            <a:extLst>
              <a:ext uri="{FF2B5EF4-FFF2-40B4-BE49-F238E27FC236}">
                <a16:creationId xmlns:a16="http://schemas.microsoft.com/office/drawing/2014/main" id="{34CF1B54-12A0-0F2C-89FD-634812BD5E40}"/>
              </a:ext>
            </a:extLst>
          </p:cNvPr>
          <p:cNvSpPr>
            <a:spLocks noGrp="1" noRot="1" noChangeAspect="1"/>
          </p:cNvSpPr>
          <p:nvPr>
            <p:ph type="sldImg"/>
          </p:nvPr>
        </p:nvSpPr>
        <p:spPr>
          <a:xfrm>
            <a:off x="685800" y="1143000"/>
            <a:ext cx="5484813" cy="3084513"/>
          </a:xfrm>
          <a:prstGeom prst="rect">
            <a:avLst/>
          </a:prstGeom>
        </p:spPr>
      </p:sp>
      <p:sp>
        <p:nvSpPr>
          <p:cNvPr id="816" name="PlaceHolder 2">
            <a:extLst>
              <a:ext uri="{FF2B5EF4-FFF2-40B4-BE49-F238E27FC236}">
                <a16:creationId xmlns:a16="http://schemas.microsoft.com/office/drawing/2014/main" id="{D25F203D-5435-D627-C86F-AB2E95AB14A8}"/>
              </a:ext>
            </a:extLst>
          </p:cNvPr>
          <p:cNvSpPr>
            <a:spLocks noGrp="1"/>
          </p:cNvSpPr>
          <p:nvPr>
            <p:ph type="body"/>
          </p:nvPr>
        </p:nvSpPr>
        <p:spPr>
          <a:xfrm>
            <a:off x="685800" y="4400640"/>
            <a:ext cx="5484600" cy="3598560"/>
          </a:xfrm>
          <a:prstGeom prst="rect">
            <a:avLst/>
          </a:prstGeom>
        </p:spPr>
        <p:txBody>
          <a:bodyPr lIns="0" tIns="0" rIns="0" bIns="0">
            <a:noAutofit/>
          </a:bodyPr>
          <a:lstStyle/>
          <a:p>
            <a:pPr marL="215900" indent="-215900">
              <a:lnSpc>
                <a:spcPct val="100000"/>
              </a:lnSpc>
            </a:pPr>
            <a:r>
              <a:rPr lang="en-US" sz="4400" b="0" strike="noStrike" spc="-1" dirty="0">
                <a:latin typeface="Arial" panose="020B0604020202020204"/>
              </a:rPr>
              <a:t>几何信息处理流程：3D点云最近邻距离计算与深度归一化                    </a:t>
            </a:r>
            <a:r>
              <a:rPr lang="en-US" sz="4400" b="0" strike="noStrike" spc="-1" dirty="0" err="1">
                <a:latin typeface="Arial" panose="020B0604020202020204"/>
              </a:rPr>
              <a:t>未归一化：远处物体距离误差被放大</a:t>
            </a:r>
            <a:r>
              <a:rPr lang="en-US" sz="4400" b="0" strike="noStrike" spc="-1" dirty="0">
                <a:latin typeface="Arial" panose="020B0604020202020204"/>
              </a:rPr>
              <a:t>    </a:t>
            </a:r>
            <a:r>
              <a:rPr lang="en-US" sz="4400" b="0" strike="noStrike" spc="-1" dirty="0" err="1">
                <a:latin typeface="Arial" panose="020B0604020202020204"/>
              </a:rPr>
              <a:t>归一化后：相对距离误差保持稳定</a:t>
            </a:r>
            <a:r>
              <a:rPr lang="en-US" sz="4400" b="0" strike="noStrike" spc="-1" dirty="0">
                <a:latin typeface="Arial" panose="020B0604020202020204"/>
              </a:rPr>
              <a:t>   </a:t>
            </a:r>
            <a:r>
              <a:rPr lang="en-US" sz="4400" b="0" strike="noStrike" spc="-1" dirty="0" err="1">
                <a:latin typeface="Arial" panose="020B0604020202020204"/>
              </a:rPr>
              <a:t>该几何处理流程有效解决了传统方法在深度变化场景中的尺度敏感性问题，为弱纹理区域的重建提供了稳定可靠的几何约束</a:t>
            </a:r>
            <a:r>
              <a:rPr lang="en-US" sz="4400" b="0" strike="noStrike" spc="-1" dirty="0">
                <a:latin typeface="Arial" panose="020B0604020202020204"/>
              </a:rPr>
              <a:t>。</a:t>
            </a:r>
          </a:p>
          <a:p>
            <a:pPr marL="215900" indent="-215900">
              <a:lnSpc>
                <a:spcPct val="100000"/>
              </a:lnSpc>
            </a:pPr>
            <a:endParaRPr lang="en-US" sz="4400" b="0" strike="noStrike" spc="-1" dirty="0">
              <a:latin typeface="Arial" panose="020B0604020202020204"/>
            </a:endParaRPr>
          </a:p>
          <a:p>
            <a:pPr>
              <a:lnSpc>
                <a:spcPct val="100000"/>
              </a:lnSpc>
            </a:pPr>
            <a:r>
              <a:rPr lang="en-US" sz="4400" b="0" strike="noStrike" dirty="0">
                <a:solidFill>
                  <a:srgbClr val="000000"/>
                </a:solidFill>
                <a:latin typeface="Arial" panose="020B0604020202020204"/>
                <a:ea typeface="DejaVu Sans"/>
                <a:sym typeface="+mn-ea"/>
              </a:rPr>
              <a:t>1. </a:t>
            </a:r>
            <a:r>
              <a:rPr lang="zh-CN" sz="4400" b="0" strike="noStrike" dirty="0">
                <a:solidFill>
                  <a:srgbClr val="000000"/>
                </a:solidFill>
                <a:latin typeface="Arial" panose="020B0604020202020204"/>
                <a:ea typeface="DejaVu Sans"/>
                <a:sym typeface="+mn-ea"/>
              </a:rPr>
              <a:t>重叠度不确定性    衡量当前帧与已有地图的覆盖程度的不确定性</a:t>
            </a:r>
            <a:endParaRPr lang="en-US" sz="4400" b="0" strike="noStrike" spc="-1" dirty="0">
              <a:latin typeface="Arial" panose="020B0604020202020204"/>
            </a:endParaRPr>
          </a:p>
          <a:p>
            <a:pPr>
              <a:lnSpc>
                <a:spcPct val="100000"/>
              </a:lnSpc>
            </a:pPr>
            <a:r>
              <a:rPr lang="en-US" sz="4400" b="0" strike="noStrike" dirty="0">
                <a:solidFill>
                  <a:srgbClr val="000000"/>
                </a:solidFill>
                <a:latin typeface="Arial" panose="020B0604020202020204"/>
                <a:ea typeface="DejaVu Sans"/>
                <a:sym typeface="+mn-ea"/>
              </a:rPr>
              <a:t>2. </a:t>
            </a:r>
            <a:r>
              <a:rPr lang="zh-CN" sz="4400" b="0" strike="noStrike" dirty="0">
                <a:solidFill>
                  <a:srgbClr val="000000"/>
                </a:solidFill>
                <a:latin typeface="Arial" panose="020B0604020202020204"/>
                <a:ea typeface="DejaVu Sans"/>
                <a:sym typeface="+mn-ea"/>
              </a:rPr>
              <a:t>置信度不确定性    评估三维重建的质量和可靠性的不确定性</a:t>
            </a:r>
            <a:endParaRPr lang="en-US" sz="4400" b="0" strike="noStrike" spc="-1" dirty="0">
              <a:latin typeface="Arial" panose="020B0604020202020204"/>
            </a:endParaRPr>
          </a:p>
          <a:p>
            <a:pPr>
              <a:lnSpc>
                <a:spcPct val="100000"/>
              </a:lnSpc>
            </a:pPr>
            <a:r>
              <a:rPr lang="en-US" sz="4400" b="0" strike="noStrike" dirty="0">
                <a:solidFill>
                  <a:srgbClr val="000000"/>
                </a:solidFill>
                <a:latin typeface="Arial" panose="020B0604020202020204"/>
                <a:ea typeface="DejaVu Sans"/>
                <a:sym typeface="+mn-ea"/>
              </a:rPr>
              <a:t>3. </a:t>
            </a:r>
            <a:r>
              <a:rPr lang="zh-CN" sz="4400" b="0" strike="noStrike" dirty="0">
                <a:solidFill>
                  <a:srgbClr val="000000"/>
                </a:solidFill>
                <a:latin typeface="Arial" panose="020B0604020202020204"/>
                <a:ea typeface="DejaVu Sans"/>
                <a:sym typeface="+mn-ea"/>
              </a:rPr>
              <a:t>运动不确定性   量化相机运动速度的不确定性</a:t>
            </a:r>
            <a:endParaRPr lang="en-US" sz="4400" b="0" strike="noStrike" spc="-1" dirty="0">
              <a:latin typeface="Arial" panose="020B0604020202020204"/>
            </a:endParaRPr>
          </a:p>
          <a:p>
            <a:pPr>
              <a:lnSpc>
                <a:spcPct val="100000"/>
              </a:lnSpc>
            </a:pPr>
            <a:r>
              <a:rPr lang="en-US" sz="4400" b="0" strike="noStrike" dirty="0">
                <a:solidFill>
                  <a:srgbClr val="000000"/>
                </a:solidFill>
                <a:latin typeface="Arial" panose="020B0604020202020204"/>
                <a:ea typeface="DejaVu Sans"/>
                <a:sym typeface="+mn-ea"/>
              </a:rPr>
              <a:t>4. </a:t>
            </a:r>
            <a:r>
              <a:rPr lang="zh-CN" sz="4400" b="0" strike="noStrike" dirty="0">
                <a:solidFill>
                  <a:srgbClr val="000000"/>
                </a:solidFill>
                <a:latin typeface="Arial" panose="020B0604020202020204"/>
                <a:ea typeface="DejaVu Sans"/>
                <a:sym typeface="+mn-ea"/>
              </a:rPr>
              <a:t>时间间隔不确定性   记录距离上一个关键帧的帧数的不确定性</a:t>
            </a:r>
            <a:endParaRPr lang="en-US" sz="4400" b="0" strike="noStrike" spc="-1" dirty="0">
              <a:latin typeface="Arial" panose="020B0604020202020204"/>
            </a:endParaRPr>
          </a:p>
          <a:p>
            <a:pPr>
              <a:lnSpc>
                <a:spcPct val="100000"/>
              </a:lnSpc>
            </a:pPr>
            <a:r>
              <a:rPr lang="en-US" sz="4400" b="0" strike="noStrike" dirty="0">
                <a:solidFill>
                  <a:srgbClr val="000000"/>
                </a:solidFill>
                <a:latin typeface="Arial" panose="020B0604020202020204"/>
                <a:ea typeface="DejaVu Sans"/>
                <a:sym typeface="+mn-ea"/>
              </a:rPr>
              <a:t>5. </a:t>
            </a:r>
            <a:r>
              <a:rPr lang="zh-CN" sz="4400" b="0" strike="noStrike" dirty="0">
                <a:solidFill>
                  <a:srgbClr val="000000"/>
                </a:solidFill>
                <a:latin typeface="Arial" panose="020B0604020202020204"/>
                <a:ea typeface="DejaVu Sans"/>
                <a:sym typeface="+mn-ea"/>
              </a:rPr>
              <a:t>信息增益不确定性   衡量当前帧带来的新信息量的不确定性</a:t>
            </a:r>
            <a:endParaRPr lang="en-US" sz="4400" b="0" strike="noStrike" spc="-1" dirty="0">
              <a:latin typeface="Arial" panose="020B0604020202020204"/>
            </a:endParaRPr>
          </a:p>
          <a:p>
            <a:pPr>
              <a:lnSpc>
                <a:spcPct val="100000"/>
              </a:lnSpc>
            </a:pPr>
            <a:r>
              <a:rPr lang="en-US" sz="4400" b="0" strike="noStrike" dirty="0">
                <a:solidFill>
                  <a:srgbClr val="000000"/>
                </a:solidFill>
                <a:latin typeface="Arial" panose="020B0604020202020204"/>
                <a:ea typeface="DejaVu Sans"/>
                <a:sym typeface="+mn-ea"/>
              </a:rPr>
              <a:t>6. </a:t>
            </a:r>
            <a:r>
              <a:rPr lang="zh-CN" sz="4400" b="0" strike="noStrike" dirty="0">
                <a:solidFill>
                  <a:srgbClr val="000000"/>
                </a:solidFill>
                <a:latin typeface="Arial" panose="020B0604020202020204"/>
                <a:ea typeface="DejaVu Sans"/>
                <a:sym typeface="+mn-ea"/>
              </a:rPr>
              <a:t>追踪质量不确定性   评估位姿估计的稳定性的不确定性</a:t>
            </a:r>
            <a:endParaRPr lang="en-US" sz="4400" b="0" strike="noStrike" spc="-1" dirty="0">
              <a:latin typeface="Arial" panose="020B0604020202020204"/>
            </a:endParaRPr>
          </a:p>
          <a:p>
            <a:pPr marL="215900" indent="-215900">
              <a:lnSpc>
                <a:spcPct val="100000"/>
              </a:lnSpc>
            </a:pPr>
            <a:endParaRPr lang="en-US" sz="4400" b="0" strike="noStrike" spc="-1" dirty="0">
              <a:latin typeface="Arial" panose="020B0604020202020204"/>
            </a:endParaRPr>
          </a:p>
        </p:txBody>
      </p:sp>
      <p:sp>
        <p:nvSpPr>
          <p:cNvPr id="817" name="CustomShape 3">
            <a:extLst>
              <a:ext uri="{FF2B5EF4-FFF2-40B4-BE49-F238E27FC236}">
                <a16:creationId xmlns:a16="http://schemas.microsoft.com/office/drawing/2014/main" id="{3D5C9330-886C-65A3-8FFE-83AD3BDD35D4}"/>
              </a:ext>
            </a:extLst>
          </p:cNvPr>
          <p:cNvSpPr/>
          <p:nvPr/>
        </p:nvSpPr>
        <p:spPr>
          <a:xfrm>
            <a:off x="3884760" y="8685360"/>
            <a:ext cx="2970000" cy="456840"/>
          </a:xfrm>
          <a:prstGeom prst="rect">
            <a:avLst/>
          </a:prstGeom>
          <a:noFill/>
          <a:ln>
            <a:noFill/>
          </a:ln>
        </p:spPr>
        <p:style>
          <a:lnRef idx="0">
            <a:srgbClr val="FFFFFF"/>
          </a:lnRef>
          <a:fillRef idx="0">
            <a:srgbClr val="FFFFFF"/>
          </a:fillRef>
          <a:effectRef idx="0">
            <a:srgbClr val="FFFFFF"/>
          </a:effectRef>
          <a:fontRef idx="minor"/>
        </p:style>
      </p:sp>
    </p:spTree>
    <p:extLst>
      <p:ext uri="{BB962C8B-B14F-4D97-AF65-F5344CB8AC3E}">
        <p14:creationId xmlns:p14="http://schemas.microsoft.com/office/powerpoint/2010/main" val="226729382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4" name="PlaceHolder 1"/>
          <p:cNvSpPr>
            <a:spLocks noGrp="1" noRot="1" noChangeAspect="1"/>
          </p:cNvSpPr>
          <p:nvPr>
            <p:ph type="sldImg"/>
          </p:nvPr>
        </p:nvSpPr>
        <p:spPr>
          <a:xfrm>
            <a:off x="685800" y="1143000"/>
            <a:ext cx="5484813" cy="3084513"/>
          </a:xfrm>
          <a:prstGeom prst="rect">
            <a:avLst/>
          </a:prstGeom>
        </p:spPr>
      </p:sp>
      <p:sp>
        <p:nvSpPr>
          <p:cNvPr id="855" name="PlaceHolder 2"/>
          <p:cNvSpPr>
            <a:spLocks noGrp="1"/>
          </p:cNvSpPr>
          <p:nvPr>
            <p:ph type="body"/>
          </p:nvPr>
        </p:nvSpPr>
        <p:spPr>
          <a:xfrm>
            <a:off x="685800" y="4400640"/>
            <a:ext cx="5484600" cy="3598560"/>
          </a:xfrm>
          <a:prstGeom prst="rect">
            <a:avLst/>
          </a:prstGeom>
        </p:spPr>
        <p:txBody>
          <a:bodyPr lIns="0" tIns="0" rIns="0" bIns="0">
            <a:noAutofit/>
          </a:bodyPr>
          <a:lstStyle/>
          <a:p>
            <a:endParaRPr lang="en-US" sz="2000" b="0" strike="noStrike" spc="-1">
              <a:latin typeface="Arial" panose="020B0604020202020204"/>
            </a:endParaRPr>
          </a:p>
        </p:txBody>
      </p:sp>
      <p:sp>
        <p:nvSpPr>
          <p:cNvPr id="856" name="CustomShape 3"/>
          <p:cNvSpPr/>
          <p:nvPr/>
        </p:nvSpPr>
        <p:spPr>
          <a:xfrm>
            <a:off x="0" y="8685360"/>
            <a:ext cx="2970000" cy="456840"/>
          </a:xfrm>
          <a:prstGeom prst="rect">
            <a:avLst/>
          </a:prstGeom>
          <a:noFill/>
          <a:ln>
            <a:noFill/>
          </a:ln>
        </p:spPr>
        <p:style>
          <a:lnRef idx="0">
            <a:srgbClr val="FFFFFF"/>
          </a:lnRef>
          <a:fillRef idx="0">
            <a:srgbClr val="FFFFFF"/>
          </a:fillRef>
          <a:effectRef idx="0">
            <a:srgbClr val="FFFFFF"/>
          </a:effectRef>
          <a:fontRef idx="minor"/>
        </p:style>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6AA12D-2DB8-F36D-2458-020F3CDFAE42}"/>
            </a:ext>
          </a:extLst>
        </p:cNvPr>
        <p:cNvGrpSpPr/>
        <p:nvPr/>
      </p:nvGrpSpPr>
      <p:grpSpPr>
        <a:xfrm>
          <a:off x="0" y="0"/>
          <a:ext cx="0" cy="0"/>
          <a:chOff x="0" y="0"/>
          <a:chExt cx="0" cy="0"/>
        </a:xfrm>
      </p:grpSpPr>
      <p:sp>
        <p:nvSpPr>
          <p:cNvPr id="854" name="PlaceHolder 1">
            <a:extLst>
              <a:ext uri="{FF2B5EF4-FFF2-40B4-BE49-F238E27FC236}">
                <a16:creationId xmlns:a16="http://schemas.microsoft.com/office/drawing/2014/main" id="{485CD175-4418-7DD5-50F8-9BD8B34501CE}"/>
              </a:ext>
            </a:extLst>
          </p:cNvPr>
          <p:cNvSpPr>
            <a:spLocks noGrp="1" noRot="1" noChangeAspect="1"/>
          </p:cNvSpPr>
          <p:nvPr>
            <p:ph type="sldImg"/>
          </p:nvPr>
        </p:nvSpPr>
        <p:spPr>
          <a:xfrm>
            <a:off x="685800" y="1143000"/>
            <a:ext cx="5484813" cy="3084513"/>
          </a:xfrm>
          <a:prstGeom prst="rect">
            <a:avLst/>
          </a:prstGeom>
        </p:spPr>
      </p:sp>
      <p:sp>
        <p:nvSpPr>
          <p:cNvPr id="855" name="PlaceHolder 2">
            <a:extLst>
              <a:ext uri="{FF2B5EF4-FFF2-40B4-BE49-F238E27FC236}">
                <a16:creationId xmlns:a16="http://schemas.microsoft.com/office/drawing/2014/main" id="{DA77666F-C3E9-CC53-D6DF-97C324BEC001}"/>
              </a:ext>
            </a:extLst>
          </p:cNvPr>
          <p:cNvSpPr>
            <a:spLocks noGrp="1"/>
          </p:cNvSpPr>
          <p:nvPr>
            <p:ph type="body"/>
          </p:nvPr>
        </p:nvSpPr>
        <p:spPr>
          <a:xfrm>
            <a:off x="685800" y="4400640"/>
            <a:ext cx="5484600" cy="3598560"/>
          </a:xfrm>
          <a:prstGeom prst="rect">
            <a:avLst/>
          </a:prstGeom>
        </p:spPr>
        <p:txBody>
          <a:bodyPr lIns="0" tIns="0" rIns="0" bIns="0">
            <a:noAutofit/>
          </a:bodyPr>
          <a:lstStyle/>
          <a:p>
            <a:endParaRPr lang="en-US" sz="2000" b="0" strike="noStrike" spc="-1">
              <a:latin typeface="Arial" panose="020B0604020202020204"/>
            </a:endParaRPr>
          </a:p>
        </p:txBody>
      </p:sp>
      <p:sp>
        <p:nvSpPr>
          <p:cNvPr id="856" name="CustomShape 3">
            <a:extLst>
              <a:ext uri="{FF2B5EF4-FFF2-40B4-BE49-F238E27FC236}">
                <a16:creationId xmlns:a16="http://schemas.microsoft.com/office/drawing/2014/main" id="{DA5D1CEA-7845-3E42-99FC-D97D8CF1192A}"/>
              </a:ext>
            </a:extLst>
          </p:cNvPr>
          <p:cNvSpPr/>
          <p:nvPr/>
        </p:nvSpPr>
        <p:spPr>
          <a:xfrm>
            <a:off x="0" y="8685360"/>
            <a:ext cx="2970000" cy="456840"/>
          </a:xfrm>
          <a:prstGeom prst="rect">
            <a:avLst/>
          </a:prstGeom>
          <a:noFill/>
          <a:ln>
            <a:noFill/>
          </a:ln>
        </p:spPr>
        <p:style>
          <a:lnRef idx="0">
            <a:srgbClr val="FFFFFF"/>
          </a:lnRef>
          <a:fillRef idx="0">
            <a:srgbClr val="FFFFFF"/>
          </a:fillRef>
          <a:effectRef idx="0">
            <a:srgbClr val="FFFFFF"/>
          </a:effectRef>
          <a:fontRef idx="minor"/>
        </p:style>
      </p:sp>
    </p:spTree>
    <p:extLst>
      <p:ext uri="{BB962C8B-B14F-4D97-AF65-F5344CB8AC3E}">
        <p14:creationId xmlns:p14="http://schemas.microsoft.com/office/powerpoint/2010/main" val="233028564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8A1FA1-90D5-1C33-1B52-22E07F7F15EB}"/>
            </a:ext>
          </a:extLst>
        </p:cNvPr>
        <p:cNvGrpSpPr/>
        <p:nvPr/>
      </p:nvGrpSpPr>
      <p:grpSpPr>
        <a:xfrm>
          <a:off x="0" y="0"/>
          <a:ext cx="0" cy="0"/>
          <a:chOff x="0" y="0"/>
          <a:chExt cx="0" cy="0"/>
        </a:xfrm>
      </p:grpSpPr>
      <p:sp>
        <p:nvSpPr>
          <p:cNvPr id="854" name="PlaceHolder 1">
            <a:extLst>
              <a:ext uri="{FF2B5EF4-FFF2-40B4-BE49-F238E27FC236}">
                <a16:creationId xmlns:a16="http://schemas.microsoft.com/office/drawing/2014/main" id="{D4D7CA95-2004-481C-2D26-6D7B9449E0E1}"/>
              </a:ext>
            </a:extLst>
          </p:cNvPr>
          <p:cNvSpPr>
            <a:spLocks noGrp="1" noRot="1" noChangeAspect="1"/>
          </p:cNvSpPr>
          <p:nvPr>
            <p:ph type="sldImg"/>
          </p:nvPr>
        </p:nvSpPr>
        <p:spPr>
          <a:xfrm>
            <a:off x="685800" y="1143000"/>
            <a:ext cx="5484813" cy="3084513"/>
          </a:xfrm>
          <a:prstGeom prst="rect">
            <a:avLst/>
          </a:prstGeom>
        </p:spPr>
      </p:sp>
      <p:sp>
        <p:nvSpPr>
          <p:cNvPr id="855" name="PlaceHolder 2">
            <a:extLst>
              <a:ext uri="{FF2B5EF4-FFF2-40B4-BE49-F238E27FC236}">
                <a16:creationId xmlns:a16="http://schemas.microsoft.com/office/drawing/2014/main" id="{7D7AAA71-7D60-0AB2-C4C5-7DA70CF52C56}"/>
              </a:ext>
            </a:extLst>
          </p:cNvPr>
          <p:cNvSpPr>
            <a:spLocks noGrp="1"/>
          </p:cNvSpPr>
          <p:nvPr>
            <p:ph type="body"/>
          </p:nvPr>
        </p:nvSpPr>
        <p:spPr>
          <a:xfrm>
            <a:off x="685800" y="4400640"/>
            <a:ext cx="5484600" cy="3598560"/>
          </a:xfrm>
          <a:prstGeom prst="rect">
            <a:avLst/>
          </a:prstGeom>
        </p:spPr>
        <p:txBody>
          <a:bodyPr lIns="0" tIns="0" rIns="0" bIns="0">
            <a:noAutofit/>
          </a:bodyPr>
          <a:lstStyle/>
          <a:p>
            <a:endParaRPr lang="en-US" sz="2000" b="0" strike="noStrike" spc="-1">
              <a:latin typeface="Arial" panose="020B0604020202020204"/>
            </a:endParaRPr>
          </a:p>
        </p:txBody>
      </p:sp>
      <p:sp>
        <p:nvSpPr>
          <p:cNvPr id="856" name="CustomShape 3">
            <a:extLst>
              <a:ext uri="{FF2B5EF4-FFF2-40B4-BE49-F238E27FC236}">
                <a16:creationId xmlns:a16="http://schemas.microsoft.com/office/drawing/2014/main" id="{620B8EBA-91C7-2414-0B8D-DE4CBFF64B8D}"/>
              </a:ext>
            </a:extLst>
          </p:cNvPr>
          <p:cNvSpPr/>
          <p:nvPr/>
        </p:nvSpPr>
        <p:spPr>
          <a:xfrm>
            <a:off x="0" y="8685360"/>
            <a:ext cx="2970000" cy="456840"/>
          </a:xfrm>
          <a:prstGeom prst="rect">
            <a:avLst/>
          </a:prstGeom>
          <a:noFill/>
          <a:ln>
            <a:noFill/>
          </a:ln>
        </p:spPr>
        <p:style>
          <a:lnRef idx="0">
            <a:srgbClr val="FFFFFF"/>
          </a:lnRef>
          <a:fillRef idx="0">
            <a:srgbClr val="FFFFFF"/>
          </a:fillRef>
          <a:effectRef idx="0">
            <a:srgbClr val="FFFFFF"/>
          </a:effectRef>
          <a:fontRef idx="minor"/>
        </p:style>
      </p:sp>
    </p:spTree>
    <p:extLst>
      <p:ext uri="{BB962C8B-B14F-4D97-AF65-F5344CB8AC3E}">
        <p14:creationId xmlns:p14="http://schemas.microsoft.com/office/powerpoint/2010/main" val="172606720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7" name="PlaceHolder 1"/>
          <p:cNvSpPr>
            <a:spLocks noGrp="1" noRot="1" noChangeAspect="1"/>
          </p:cNvSpPr>
          <p:nvPr>
            <p:ph type="sldImg"/>
          </p:nvPr>
        </p:nvSpPr>
        <p:spPr>
          <a:xfrm>
            <a:off x="685800" y="1143000"/>
            <a:ext cx="5484813" cy="3084513"/>
          </a:xfrm>
          <a:prstGeom prst="rect">
            <a:avLst/>
          </a:prstGeom>
        </p:spPr>
      </p:sp>
      <p:sp>
        <p:nvSpPr>
          <p:cNvPr id="858" name="PlaceHolder 2"/>
          <p:cNvSpPr>
            <a:spLocks noGrp="1"/>
          </p:cNvSpPr>
          <p:nvPr>
            <p:ph type="body"/>
          </p:nvPr>
        </p:nvSpPr>
        <p:spPr>
          <a:xfrm>
            <a:off x="685800" y="4400640"/>
            <a:ext cx="5484600" cy="3598560"/>
          </a:xfrm>
          <a:prstGeom prst="rect">
            <a:avLst/>
          </a:prstGeom>
        </p:spPr>
        <p:txBody>
          <a:bodyPr lIns="0" tIns="0" rIns="0" bIns="0">
            <a:noAutofit/>
          </a:bodyPr>
          <a:lstStyle/>
          <a:p>
            <a:endParaRPr lang="en-US" sz="2000" b="0" strike="noStrike" spc="-1">
              <a:latin typeface="Arial" panose="020B0604020202020204"/>
            </a:endParaRPr>
          </a:p>
        </p:txBody>
      </p:sp>
      <p:sp>
        <p:nvSpPr>
          <p:cNvPr id="859" name="CustomShape 3"/>
          <p:cNvSpPr/>
          <p:nvPr/>
        </p:nvSpPr>
        <p:spPr>
          <a:xfrm>
            <a:off x="3884760" y="8685360"/>
            <a:ext cx="2970000" cy="456840"/>
          </a:xfrm>
          <a:prstGeom prst="rect">
            <a:avLst/>
          </a:prstGeom>
          <a:noFill/>
          <a:ln>
            <a:noFill/>
          </a:ln>
        </p:spPr>
        <p:style>
          <a:lnRef idx="0">
            <a:srgbClr val="FFFFFF"/>
          </a:lnRef>
          <a:fillRef idx="0">
            <a:srgbClr val="FFFFFF"/>
          </a:fillRef>
          <a:effectRef idx="0">
            <a:srgbClr val="FFFFFF"/>
          </a:effectRef>
          <a:fontRef idx="minor"/>
        </p:style>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2"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Arial" panose="020B0604020202020204"/>
            </a:endParaRPr>
          </a:p>
        </p:txBody>
      </p:sp>
      <p:sp>
        <p:nvSpPr>
          <p:cNvPr id="3" name="PlaceHolder 2"/>
          <p:cNvSpPr>
            <a:spLocks noGrp="1"/>
          </p:cNvSpPr>
          <p:nvPr>
            <p:ph type="subTitle"/>
          </p:nvPr>
        </p:nvSpPr>
        <p:spPr>
          <a:xfrm>
            <a:off x="609480" y="1604520"/>
            <a:ext cx="10972440" cy="3977280"/>
          </a:xfrm>
          <a:prstGeom prst="rect">
            <a:avLst/>
          </a:prstGeom>
        </p:spPr>
        <p:txBody>
          <a:bodyPr lIns="0" tIns="0" rIns="0" bIns="0" anchor="ctr">
            <a:noAutofit/>
          </a:bodyPr>
          <a:lstStyle/>
          <a:p>
            <a:pPr algn="ctr"/>
            <a:endParaRPr lang="en-US" sz="3200" b="0" strike="noStrike" spc="-1">
              <a:latin typeface="Arial" panose="020B0604020202020204"/>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4"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Arial" panose="020B0604020202020204"/>
            </a:endParaRPr>
          </a:p>
        </p:txBody>
      </p:sp>
      <p:sp>
        <p:nvSpPr>
          <p:cNvPr id="5" name="PlaceHolder 2"/>
          <p:cNvSpPr>
            <a:spLocks noGrp="1"/>
          </p:cNvSpPr>
          <p:nvPr>
            <p:ph type="body"/>
          </p:nvPr>
        </p:nvSpPr>
        <p:spPr>
          <a:xfrm>
            <a:off x="609480" y="1604520"/>
            <a:ext cx="10972440" cy="3977280"/>
          </a:xfrm>
          <a:prstGeom prst="rect">
            <a:avLst/>
          </a:prstGeom>
        </p:spPr>
        <p:txBody>
          <a:bodyPr lIns="0" tIns="0" rIns="0" bIns="0">
            <a:normAutofit/>
          </a:bodyPr>
          <a:lstStyle/>
          <a:p>
            <a:endParaRPr lang="en-US" sz="1800" b="0" strike="noStrike" spc="-1">
              <a:solidFill>
                <a:srgbClr val="000000"/>
              </a:solidFill>
              <a:latin typeface="Arial" panose="020B0604020202020204"/>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6"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Arial" panose="020B0604020202020204"/>
            </a:endParaRPr>
          </a:p>
        </p:txBody>
      </p:sp>
      <p:sp>
        <p:nvSpPr>
          <p:cNvPr id="7" name="PlaceHolder 2"/>
          <p:cNvSpPr>
            <a:spLocks noGrp="1"/>
          </p:cNvSpPr>
          <p:nvPr>
            <p:ph type="body"/>
          </p:nvPr>
        </p:nvSpPr>
        <p:spPr>
          <a:xfrm>
            <a:off x="609480" y="1604520"/>
            <a:ext cx="5354280" cy="3977280"/>
          </a:xfrm>
          <a:prstGeom prst="rect">
            <a:avLst/>
          </a:prstGeom>
        </p:spPr>
        <p:txBody>
          <a:bodyPr lIns="0" tIns="0" rIns="0" bIns="0">
            <a:normAutofit/>
          </a:bodyPr>
          <a:lstStyle/>
          <a:p>
            <a:endParaRPr lang="en-US" sz="1800" b="0" strike="noStrike" spc="-1">
              <a:solidFill>
                <a:srgbClr val="000000"/>
              </a:solidFill>
              <a:latin typeface="Arial" panose="020B0604020202020204"/>
            </a:endParaRPr>
          </a:p>
        </p:txBody>
      </p:sp>
      <p:sp>
        <p:nvSpPr>
          <p:cNvPr id="8" name="PlaceHolder 3"/>
          <p:cNvSpPr>
            <a:spLocks noGrp="1"/>
          </p:cNvSpPr>
          <p:nvPr>
            <p:ph type="body"/>
          </p:nvPr>
        </p:nvSpPr>
        <p:spPr>
          <a:xfrm>
            <a:off x="6231960" y="1604520"/>
            <a:ext cx="5354280" cy="3977280"/>
          </a:xfrm>
          <a:prstGeom prst="rect">
            <a:avLst/>
          </a:prstGeom>
        </p:spPr>
        <p:txBody>
          <a:bodyPr lIns="0" tIns="0" rIns="0" bIns="0">
            <a:normAutofit/>
          </a:bodyPr>
          <a:lstStyle/>
          <a:p>
            <a:endParaRPr lang="en-US" sz="1800" b="0" strike="noStrike" spc="-1">
              <a:solidFill>
                <a:srgbClr val="000000"/>
              </a:solidFill>
              <a:latin typeface="Arial" panose="020B0604020202020204"/>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Arial" panose="020B0604020202020204"/>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0" name="PlaceHolder 1"/>
          <p:cNvSpPr>
            <a:spLocks noGrp="1"/>
          </p:cNvSpPr>
          <p:nvPr>
            <p:ph type="subTitle"/>
          </p:nvPr>
        </p:nvSpPr>
        <p:spPr>
          <a:xfrm>
            <a:off x="609480" y="273600"/>
            <a:ext cx="10972440" cy="5307840"/>
          </a:xfrm>
          <a:prstGeom prst="rect">
            <a:avLst/>
          </a:prstGeom>
        </p:spPr>
        <p:txBody>
          <a:bodyPr lIns="0" tIns="0" rIns="0" bIns="0" anchor="ctr">
            <a:noAutofit/>
          </a:bodyPr>
          <a:lstStyle/>
          <a:p>
            <a:pPr algn="ctr"/>
            <a:endParaRPr lang="en-US" sz="3200" b="0" strike="noStrike" spc="-1">
              <a:latin typeface="Arial" panose="020B0604020202020204"/>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1"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Arial" panose="020B0604020202020204"/>
            </a:endParaRPr>
          </a:p>
        </p:txBody>
      </p:sp>
      <p:sp>
        <p:nvSpPr>
          <p:cNvPr id="12"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1800" b="0" strike="noStrike" spc="-1">
              <a:solidFill>
                <a:srgbClr val="000000"/>
              </a:solidFill>
              <a:latin typeface="Arial" panose="020B0604020202020204"/>
            </a:endParaRPr>
          </a:p>
        </p:txBody>
      </p:sp>
      <p:sp>
        <p:nvSpPr>
          <p:cNvPr id="13" name="PlaceHolder 3"/>
          <p:cNvSpPr>
            <a:spLocks noGrp="1"/>
          </p:cNvSpPr>
          <p:nvPr>
            <p:ph type="body"/>
          </p:nvPr>
        </p:nvSpPr>
        <p:spPr>
          <a:xfrm>
            <a:off x="6231960" y="1604520"/>
            <a:ext cx="5354280" cy="3977280"/>
          </a:xfrm>
          <a:prstGeom prst="rect">
            <a:avLst/>
          </a:prstGeom>
        </p:spPr>
        <p:txBody>
          <a:bodyPr lIns="0" tIns="0" rIns="0" bIns="0">
            <a:normAutofit/>
          </a:bodyPr>
          <a:lstStyle/>
          <a:p>
            <a:endParaRPr lang="en-US" sz="1800" b="0" strike="noStrike" spc="-1">
              <a:solidFill>
                <a:srgbClr val="000000"/>
              </a:solidFill>
              <a:latin typeface="Arial" panose="020B0604020202020204"/>
            </a:endParaRPr>
          </a:p>
        </p:txBody>
      </p:sp>
      <p:sp>
        <p:nvSpPr>
          <p:cNvPr id="14" name="PlaceHolder 4"/>
          <p:cNvSpPr>
            <a:spLocks noGrp="1"/>
          </p:cNvSpPr>
          <p:nvPr>
            <p:ph type="body"/>
          </p:nvPr>
        </p:nvSpPr>
        <p:spPr>
          <a:xfrm>
            <a:off x="609480" y="3682080"/>
            <a:ext cx="5354280" cy="1896840"/>
          </a:xfrm>
          <a:prstGeom prst="rect">
            <a:avLst/>
          </a:prstGeom>
        </p:spPr>
        <p:txBody>
          <a:bodyPr lIns="0" tIns="0" rIns="0" bIns="0">
            <a:normAutofit/>
          </a:bodyPr>
          <a:lstStyle/>
          <a:p>
            <a:endParaRPr lang="en-US" sz="1800" b="0" strike="noStrike" spc="-1">
              <a:solidFill>
                <a:srgbClr val="000000"/>
              </a:solidFill>
              <a:latin typeface="Arial" panose="020B0604020202020204"/>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5"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Arial" panose="020B0604020202020204"/>
            </a:endParaRPr>
          </a:p>
        </p:txBody>
      </p:sp>
      <p:sp>
        <p:nvSpPr>
          <p:cNvPr id="16" name="PlaceHolder 2"/>
          <p:cNvSpPr>
            <a:spLocks noGrp="1"/>
          </p:cNvSpPr>
          <p:nvPr>
            <p:ph type="body"/>
          </p:nvPr>
        </p:nvSpPr>
        <p:spPr>
          <a:xfrm>
            <a:off x="609480" y="1604520"/>
            <a:ext cx="5354280" cy="3977280"/>
          </a:xfrm>
          <a:prstGeom prst="rect">
            <a:avLst/>
          </a:prstGeom>
        </p:spPr>
        <p:txBody>
          <a:bodyPr lIns="0" tIns="0" rIns="0" bIns="0">
            <a:normAutofit/>
          </a:bodyPr>
          <a:lstStyle/>
          <a:p>
            <a:endParaRPr lang="en-US" sz="1800" b="0" strike="noStrike" spc="-1">
              <a:solidFill>
                <a:srgbClr val="000000"/>
              </a:solidFill>
              <a:latin typeface="Arial" panose="020B0604020202020204"/>
            </a:endParaRPr>
          </a:p>
        </p:txBody>
      </p:sp>
      <p:sp>
        <p:nvSpPr>
          <p:cNvPr id="17"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1800" b="0" strike="noStrike" spc="-1">
              <a:solidFill>
                <a:srgbClr val="000000"/>
              </a:solidFill>
              <a:latin typeface="Arial" panose="020B0604020202020204"/>
            </a:endParaRPr>
          </a:p>
        </p:txBody>
      </p:sp>
      <p:sp>
        <p:nvSpPr>
          <p:cNvPr id="18" name="PlaceHolder 4"/>
          <p:cNvSpPr>
            <a:spLocks noGrp="1"/>
          </p:cNvSpPr>
          <p:nvPr>
            <p:ph type="body"/>
          </p:nvPr>
        </p:nvSpPr>
        <p:spPr>
          <a:xfrm>
            <a:off x="6231960" y="3682080"/>
            <a:ext cx="5354280" cy="1896840"/>
          </a:xfrm>
          <a:prstGeom prst="rect">
            <a:avLst/>
          </a:prstGeom>
        </p:spPr>
        <p:txBody>
          <a:bodyPr lIns="0" tIns="0" rIns="0" bIns="0">
            <a:normAutofit/>
          </a:bodyPr>
          <a:lstStyle/>
          <a:p>
            <a:endParaRPr lang="en-US" sz="1800" b="0" strike="noStrike" spc="-1">
              <a:solidFill>
                <a:srgbClr val="000000"/>
              </a:solidFill>
              <a:latin typeface="Arial" panose="020B0604020202020204"/>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19"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Arial" panose="020B0604020202020204"/>
            </a:endParaRPr>
          </a:p>
        </p:txBody>
      </p:sp>
      <p:sp>
        <p:nvSpPr>
          <p:cNvPr id="20"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1800" b="0" strike="noStrike" spc="-1">
              <a:solidFill>
                <a:srgbClr val="000000"/>
              </a:solidFill>
              <a:latin typeface="Arial" panose="020B0604020202020204"/>
            </a:endParaRPr>
          </a:p>
        </p:txBody>
      </p:sp>
      <p:sp>
        <p:nvSpPr>
          <p:cNvPr id="21"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1800" b="0" strike="noStrike" spc="-1">
              <a:solidFill>
                <a:srgbClr val="000000"/>
              </a:solidFill>
              <a:latin typeface="Arial" panose="020B0604020202020204"/>
            </a:endParaRPr>
          </a:p>
        </p:txBody>
      </p:sp>
      <p:sp>
        <p:nvSpPr>
          <p:cNvPr id="22" name="PlaceHolder 4"/>
          <p:cNvSpPr>
            <a:spLocks noGrp="1"/>
          </p:cNvSpPr>
          <p:nvPr>
            <p:ph type="body"/>
          </p:nvPr>
        </p:nvSpPr>
        <p:spPr>
          <a:xfrm>
            <a:off x="609480" y="3682080"/>
            <a:ext cx="10972440" cy="1896840"/>
          </a:xfrm>
          <a:prstGeom prst="rect">
            <a:avLst/>
          </a:prstGeom>
        </p:spPr>
        <p:txBody>
          <a:bodyPr lIns="0" tIns="0" rIns="0" bIns="0">
            <a:normAutofit/>
          </a:bodyPr>
          <a:lstStyle/>
          <a:p>
            <a:endParaRPr lang="en-US" sz="1800" b="0" strike="noStrike" spc="-1">
              <a:solidFill>
                <a:srgbClr val="000000"/>
              </a:solidFill>
              <a:latin typeface="Arial" panose="020B0604020202020204"/>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3"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Arial" panose="020B0604020202020204"/>
            </a:endParaRPr>
          </a:p>
        </p:txBody>
      </p:sp>
      <p:sp>
        <p:nvSpPr>
          <p:cNvPr id="24" name="PlaceHolder 2"/>
          <p:cNvSpPr>
            <a:spLocks noGrp="1"/>
          </p:cNvSpPr>
          <p:nvPr>
            <p:ph type="body"/>
          </p:nvPr>
        </p:nvSpPr>
        <p:spPr>
          <a:xfrm>
            <a:off x="609480" y="1604520"/>
            <a:ext cx="10972440" cy="1896840"/>
          </a:xfrm>
          <a:prstGeom prst="rect">
            <a:avLst/>
          </a:prstGeom>
        </p:spPr>
        <p:txBody>
          <a:bodyPr lIns="0" tIns="0" rIns="0" bIns="0">
            <a:normAutofit/>
          </a:bodyPr>
          <a:lstStyle/>
          <a:p>
            <a:endParaRPr lang="en-US" sz="1800" b="0" strike="noStrike" spc="-1">
              <a:solidFill>
                <a:srgbClr val="000000"/>
              </a:solidFill>
              <a:latin typeface="Arial" panose="020B0604020202020204"/>
            </a:endParaRPr>
          </a:p>
        </p:txBody>
      </p:sp>
      <p:sp>
        <p:nvSpPr>
          <p:cNvPr id="25" name="PlaceHolder 3"/>
          <p:cNvSpPr>
            <a:spLocks noGrp="1"/>
          </p:cNvSpPr>
          <p:nvPr>
            <p:ph type="body"/>
          </p:nvPr>
        </p:nvSpPr>
        <p:spPr>
          <a:xfrm>
            <a:off x="609480" y="3682080"/>
            <a:ext cx="10972440" cy="1896840"/>
          </a:xfrm>
          <a:prstGeom prst="rect">
            <a:avLst/>
          </a:prstGeom>
        </p:spPr>
        <p:txBody>
          <a:bodyPr lIns="0" tIns="0" rIns="0" bIns="0">
            <a:normAutofit/>
          </a:bodyPr>
          <a:lstStyle/>
          <a:p>
            <a:endParaRPr lang="en-US" sz="1800" b="0" strike="noStrike" spc="-1">
              <a:solidFill>
                <a:srgbClr val="000000"/>
              </a:solidFill>
              <a:latin typeface="Arial" panose="020B0604020202020204"/>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Arial" panose="020B0604020202020204"/>
            </a:endParaRPr>
          </a:p>
        </p:txBody>
      </p:sp>
      <p:sp>
        <p:nvSpPr>
          <p:cNvPr id="27"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1800" b="0" strike="noStrike" spc="-1">
              <a:solidFill>
                <a:srgbClr val="000000"/>
              </a:solidFill>
              <a:latin typeface="Arial" panose="020B0604020202020204"/>
            </a:endParaRPr>
          </a:p>
        </p:txBody>
      </p:sp>
      <p:sp>
        <p:nvSpPr>
          <p:cNvPr id="28"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1800" b="0" strike="noStrike" spc="-1">
              <a:solidFill>
                <a:srgbClr val="000000"/>
              </a:solidFill>
              <a:latin typeface="Arial" panose="020B0604020202020204"/>
            </a:endParaRPr>
          </a:p>
        </p:txBody>
      </p:sp>
      <p:sp>
        <p:nvSpPr>
          <p:cNvPr id="29" name="PlaceHolder 4"/>
          <p:cNvSpPr>
            <a:spLocks noGrp="1"/>
          </p:cNvSpPr>
          <p:nvPr>
            <p:ph type="body"/>
          </p:nvPr>
        </p:nvSpPr>
        <p:spPr>
          <a:xfrm>
            <a:off x="609480" y="3682080"/>
            <a:ext cx="5354280" cy="1896840"/>
          </a:xfrm>
          <a:prstGeom prst="rect">
            <a:avLst/>
          </a:prstGeom>
        </p:spPr>
        <p:txBody>
          <a:bodyPr lIns="0" tIns="0" rIns="0" bIns="0">
            <a:normAutofit/>
          </a:bodyPr>
          <a:lstStyle/>
          <a:p>
            <a:endParaRPr lang="en-US" sz="1800" b="0" strike="noStrike" spc="-1">
              <a:solidFill>
                <a:srgbClr val="000000"/>
              </a:solidFill>
              <a:latin typeface="Arial" panose="020B0604020202020204"/>
            </a:endParaRPr>
          </a:p>
        </p:txBody>
      </p:sp>
      <p:sp>
        <p:nvSpPr>
          <p:cNvPr id="30" name="PlaceHolder 5"/>
          <p:cNvSpPr>
            <a:spLocks noGrp="1"/>
          </p:cNvSpPr>
          <p:nvPr>
            <p:ph type="body"/>
          </p:nvPr>
        </p:nvSpPr>
        <p:spPr>
          <a:xfrm>
            <a:off x="6231960" y="3682080"/>
            <a:ext cx="5354280" cy="1896840"/>
          </a:xfrm>
          <a:prstGeom prst="rect">
            <a:avLst/>
          </a:prstGeom>
        </p:spPr>
        <p:txBody>
          <a:bodyPr lIns="0" tIns="0" rIns="0" bIns="0">
            <a:normAutofit/>
          </a:bodyPr>
          <a:lstStyle/>
          <a:p>
            <a:endParaRPr lang="en-US" sz="1800" b="0" strike="noStrike" spc="-1">
              <a:solidFill>
                <a:srgbClr val="000000"/>
              </a:solidFill>
              <a:latin typeface="Arial" panose="020B0604020202020204"/>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31"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Arial" panose="020B0604020202020204"/>
            </a:endParaRPr>
          </a:p>
        </p:txBody>
      </p:sp>
      <p:sp>
        <p:nvSpPr>
          <p:cNvPr id="32" name="PlaceHolder 2"/>
          <p:cNvSpPr>
            <a:spLocks noGrp="1"/>
          </p:cNvSpPr>
          <p:nvPr>
            <p:ph type="body"/>
          </p:nvPr>
        </p:nvSpPr>
        <p:spPr>
          <a:xfrm>
            <a:off x="609480" y="1604520"/>
            <a:ext cx="3533040" cy="1896840"/>
          </a:xfrm>
          <a:prstGeom prst="rect">
            <a:avLst/>
          </a:prstGeom>
        </p:spPr>
        <p:txBody>
          <a:bodyPr lIns="0" tIns="0" rIns="0" bIns="0">
            <a:normAutofit/>
          </a:bodyPr>
          <a:lstStyle/>
          <a:p>
            <a:endParaRPr lang="en-US" sz="1800" b="0" strike="noStrike" spc="-1">
              <a:solidFill>
                <a:srgbClr val="000000"/>
              </a:solidFill>
              <a:latin typeface="Arial" panose="020B0604020202020204"/>
            </a:endParaRPr>
          </a:p>
        </p:txBody>
      </p:sp>
      <p:sp>
        <p:nvSpPr>
          <p:cNvPr id="33" name="PlaceHolder 3"/>
          <p:cNvSpPr>
            <a:spLocks noGrp="1"/>
          </p:cNvSpPr>
          <p:nvPr>
            <p:ph type="body"/>
          </p:nvPr>
        </p:nvSpPr>
        <p:spPr>
          <a:xfrm>
            <a:off x="4319640" y="1604520"/>
            <a:ext cx="3533040" cy="1896840"/>
          </a:xfrm>
          <a:prstGeom prst="rect">
            <a:avLst/>
          </a:prstGeom>
        </p:spPr>
        <p:txBody>
          <a:bodyPr lIns="0" tIns="0" rIns="0" bIns="0">
            <a:normAutofit/>
          </a:bodyPr>
          <a:lstStyle/>
          <a:p>
            <a:endParaRPr lang="en-US" sz="1800" b="0" strike="noStrike" spc="-1">
              <a:solidFill>
                <a:srgbClr val="000000"/>
              </a:solidFill>
              <a:latin typeface="Arial" panose="020B0604020202020204"/>
            </a:endParaRPr>
          </a:p>
        </p:txBody>
      </p:sp>
      <p:sp>
        <p:nvSpPr>
          <p:cNvPr id="34" name="PlaceHolder 4"/>
          <p:cNvSpPr>
            <a:spLocks noGrp="1"/>
          </p:cNvSpPr>
          <p:nvPr>
            <p:ph type="body"/>
          </p:nvPr>
        </p:nvSpPr>
        <p:spPr>
          <a:xfrm>
            <a:off x="8029800" y="1604520"/>
            <a:ext cx="3533040" cy="1896840"/>
          </a:xfrm>
          <a:prstGeom prst="rect">
            <a:avLst/>
          </a:prstGeom>
        </p:spPr>
        <p:txBody>
          <a:bodyPr lIns="0" tIns="0" rIns="0" bIns="0">
            <a:normAutofit/>
          </a:bodyPr>
          <a:lstStyle/>
          <a:p>
            <a:endParaRPr lang="en-US" sz="1800" b="0" strike="noStrike" spc="-1">
              <a:solidFill>
                <a:srgbClr val="000000"/>
              </a:solidFill>
              <a:latin typeface="Arial" panose="020B0604020202020204"/>
            </a:endParaRPr>
          </a:p>
        </p:txBody>
      </p:sp>
      <p:sp>
        <p:nvSpPr>
          <p:cNvPr id="35" name="PlaceHolder 5"/>
          <p:cNvSpPr>
            <a:spLocks noGrp="1"/>
          </p:cNvSpPr>
          <p:nvPr>
            <p:ph type="body"/>
          </p:nvPr>
        </p:nvSpPr>
        <p:spPr>
          <a:xfrm>
            <a:off x="609480" y="3682080"/>
            <a:ext cx="3533040" cy="1896840"/>
          </a:xfrm>
          <a:prstGeom prst="rect">
            <a:avLst/>
          </a:prstGeom>
        </p:spPr>
        <p:txBody>
          <a:bodyPr lIns="0" tIns="0" rIns="0" bIns="0">
            <a:normAutofit/>
          </a:bodyPr>
          <a:lstStyle/>
          <a:p>
            <a:endParaRPr lang="en-US" sz="1800" b="0" strike="noStrike" spc="-1">
              <a:solidFill>
                <a:srgbClr val="000000"/>
              </a:solidFill>
              <a:latin typeface="Arial" panose="020B0604020202020204"/>
            </a:endParaRPr>
          </a:p>
        </p:txBody>
      </p:sp>
      <p:sp>
        <p:nvSpPr>
          <p:cNvPr id="36" name="PlaceHolder 6"/>
          <p:cNvSpPr>
            <a:spLocks noGrp="1"/>
          </p:cNvSpPr>
          <p:nvPr>
            <p:ph type="body"/>
          </p:nvPr>
        </p:nvSpPr>
        <p:spPr>
          <a:xfrm>
            <a:off x="4319640" y="3682080"/>
            <a:ext cx="3533040" cy="1896840"/>
          </a:xfrm>
          <a:prstGeom prst="rect">
            <a:avLst/>
          </a:prstGeom>
        </p:spPr>
        <p:txBody>
          <a:bodyPr lIns="0" tIns="0" rIns="0" bIns="0">
            <a:normAutofit/>
          </a:bodyPr>
          <a:lstStyle/>
          <a:p>
            <a:endParaRPr lang="en-US" sz="1800" b="0" strike="noStrike" spc="-1">
              <a:solidFill>
                <a:srgbClr val="000000"/>
              </a:solidFill>
              <a:latin typeface="Arial" panose="020B0604020202020204"/>
            </a:endParaRPr>
          </a:p>
        </p:txBody>
      </p:sp>
      <p:sp>
        <p:nvSpPr>
          <p:cNvPr id="37" name="PlaceHolder 7"/>
          <p:cNvSpPr>
            <a:spLocks noGrp="1"/>
          </p:cNvSpPr>
          <p:nvPr>
            <p:ph type="body"/>
          </p:nvPr>
        </p:nvSpPr>
        <p:spPr>
          <a:xfrm>
            <a:off x="8029800" y="3682080"/>
            <a:ext cx="3533040" cy="1896840"/>
          </a:xfrm>
          <a:prstGeom prst="rect">
            <a:avLst/>
          </a:prstGeom>
        </p:spPr>
        <p:txBody>
          <a:bodyPr lIns="0" tIns="0" rIns="0" bIns="0">
            <a:normAutofit/>
          </a:bodyPr>
          <a:lstStyle/>
          <a:p>
            <a:endParaRPr lang="en-US" sz="1800" b="0" strike="noStrike" spc="-1">
              <a:solidFill>
                <a:srgbClr val="000000"/>
              </a:solidFill>
              <a:latin typeface="Arial" panose="020B0604020202020204"/>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40"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Arial" panose="020B0604020202020204"/>
            </a:endParaRPr>
          </a:p>
        </p:txBody>
      </p:sp>
      <p:sp>
        <p:nvSpPr>
          <p:cNvPr id="41" name="PlaceHolder 2"/>
          <p:cNvSpPr>
            <a:spLocks noGrp="1"/>
          </p:cNvSpPr>
          <p:nvPr>
            <p:ph type="subTitle"/>
          </p:nvPr>
        </p:nvSpPr>
        <p:spPr>
          <a:xfrm>
            <a:off x="609480" y="1604520"/>
            <a:ext cx="10972440" cy="3977280"/>
          </a:xfrm>
          <a:prstGeom prst="rect">
            <a:avLst/>
          </a:prstGeom>
        </p:spPr>
        <p:txBody>
          <a:bodyPr lIns="0" tIns="0" rIns="0" bIns="0" anchor="ctr">
            <a:noAutofit/>
          </a:bodyPr>
          <a:lstStyle/>
          <a:p>
            <a:pPr algn="ctr"/>
            <a:endParaRPr lang="en-US" sz="3200" b="0" strike="noStrike" spc="-1">
              <a:latin typeface="Arial" panose="020B0604020202020204"/>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42"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Arial" panose="020B0604020202020204"/>
            </a:endParaRPr>
          </a:p>
        </p:txBody>
      </p:sp>
      <p:sp>
        <p:nvSpPr>
          <p:cNvPr id="43" name="PlaceHolder 2"/>
          <p:cNvSpPr>
            <a:spLocks noGrp="1"/>
          </p:cNvSpPr>
          <p:nvPr>
            <p:ph type="body"/>
          </p:nvPr>
        </p:nvSpPr>
        <p:spPr>
          <a:xfrm>
            <a:off x="609480" y="1604520"/>
            <a:ext cx="10972440" cy="3977280"/>
          </a:xfrm>
          <a:prstGeom prst="rect">
            <a:avLst/>
          </a:prstGeom>
        </p:spPr>
        <p:txBody>
          <a:bodyPr lIns="0" tIns="0" rIns="0" bIns="0">
            <a:normAutofit/>
          </a:bodyPr>
          <a:lstStyle/>
          <a:p>
            <a:endParaRPr lang="en-US" sz="1800" b="0" strike="noStrike" spc="-1">
              <a:solidFill>
                <a:srgbClr val="000000"/>
              </a:solidFill>
              <a:latin typeface="Arial" panose="020B0604020202020204"/>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44"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Arial" panose="020B0604020202020204"/>
            </a:endParaRPr>
          </a:p>
        </p:txBody>
      </p:sp>
      <p:sp>
        <p:nvSpPr>
          <p:cNvPr id="45" name="PlaceHolder 2"/>
          <p:cNvSpPr>
            <a:spLocks noGrp="1"/>
          </p:cNvSpPr>
          <p:nvPr>
            <p:ph type="body"/>
          </p:nvPr>
        </p:nvSpPr>
        <p:spPr>
          <a:xfrm>
            <a:off x="609480" y="1604520"/>
            <a:ext cx="5354280" cy="3977280"/>
          </a:xfrm>
          <a:prstGeom prst="rect">
            <a:avLst/>
          </a:prstGeom>
        </p:spPr>
        <p:txBody>
          <a:bodyPr lIns="0" tIns="0" rIns="0" bIns="0">
            <a:normAutofit/>
          </a:bodyPr>
          <a:lstStyle/>
          <a:p>
            <a:endParaRPr lang="en-US" sz="1800" b="0" strike="noStrike" spc="-1">
              <a:solidFill>
                <a:srgbClr val="000000"/>
              </a:solidFill>
              <a:latin typeface="Arial" panose="020B0604020202020204"/>
            </a:endParaRPr>
          </a:p>
        </p:txBody>
      </p:sp>
      <p:sp>
        <p:nvSpPr>
          <p:cNvPr id="46" name="PlaceHolder 3"/>
          <p:cNvSpPr>
            <a:spLocks noGrp="1"/>
          </p:cNvSpPr>
          <p:nvPr>
            <p:ph type="body"/>
          </p:nvPr>
        </p:nvSpPr>
        <p:spPr>
          <a:xfrm>
            <a:off x="6231960" y="1604520"/>
            <a:ext cx="5354280" cy="3977280"/>
          </a:xfrm>
          <a:prstGeom prst="rect">
            <a:avLst/>
          </a:prstGeom>
        </p:spPr>
        <p:txBody>
          <a:bodyPr lIns="0" tIns="0" rIns="0" bIns="0">
            <a:normAutofit/>
          </a:bodyPr>
          <a:lstStyle/>
          <a:p>
            <a:endParaRPr lang="en-US" sz="1800" b="0" strike="noStrike" spc="-1">
              <a:solidFill>
                <a:srgbClr val="000000"/>
              </a:solidFill>
              <a:latin typeface="Arial" panose="020B0604020202020204"/>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47"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Arial" panose="020B0604020202020204"/>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48" name="PlaceHolder 1"/>
          <p:cNvSpPr>
            <a:spLocks noGrp="1"/>
          </p:cNvSpPr>
          <p:nvPr>
            <p:ph type="subTitle"/>
          </p:nvPr>
        </p:nvSpPr>
        <p:spPr>
          <a:xfrm>
            <a:off x="609480" y="273600"/>
            <a:ext cx="10972440" cy="5307840"/>
          </a:xfrm>
          <a:prstGeom prst="rect">
            <a:avLst/>
          </a:prstGeom>
        </p:spPr>
        <p:txBody>
          <a:bodyPr lIns="0" tIns="0" rIns="0" bIns="0" anchor="ctr">
            <a:noAutofit/>
          </a:bodyPr>
          <a:lstStyle/>
          <a:p>
            <a:pPr algn="ctr"/>
            <a:endParaRPr lang="en-US" sz="3200" b="0" strike="noStrike" spc="-1">
              <a:latin typeface="Arial" panose="020B0604020202020204"/>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49"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Arial" panose="020B0604020202020204"/>
            </a:endParaRPr>
          </a:p>
        </p:txBody>
      </p:sp>
      <p:sp>
        <p:nvSpPr>
          <p:cNvPr id="50"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1800" b="0" strike="noStrike" spc="-1">
              <a:solidFill>
                <a:srgbClr val="000000"/>
              </a:solidFill>
              <a:latin typeface="Arial" panose="020B0604020202020204"/>
            </a:endParaRPr>
          </a:p>
        </p:txBody>
      </p:sp>
      <p:sp>
        <p:nvSpPr>
          <p:cNvPr id="51" name="PlaceHolder 3"/>
          <p:cNvSpPr>
            <a:spLocks noGrp="1"/>
          </p:cNvSpPr>
          <p:nvPr>
            <p:ph type="body"/>
          </p:nvPr>
        </p:nvSpPr>
        <p:spPr>
          <a:xfrm>
            <a:off x="6231960" y="1604520"/>
            <a:ext cx="5354280" cy="3977280"/>
          </a:xfrm>
          <a:prstGeom prst="rect">
            <a:avLst/>
          </a:prstGeom>
        </p:spPr>
        <p:txBody>
          <a:bodyPr lIns="0" tIns="0" rIns="0" bIns="0">
            <a:normAutofit/>
          </a:bodyPr>
          <a:lstStyle/>
          <a:p>
            <a:endParaRPr lang="en-US" sz="1800" b="0" strike="noStrike" spc="-1">
              <a:solidFill>
                <a:srgbClr val="000000"/>
              </a:solidFill>
              <a:latin typeface="Arial" panose="020B0604020202020204"/>
            </a:endParaRPr>
          </a:p>
        </p:txBody>
      </p:sp>
      <p:sp>
        <p:nvSpPr>
          <p:cNvPr id="52" name="PlaceHolder 4"/>
          <p:cNvSpPr>
            <a:spLocks noGrp="1"/>
          </p:cNvSpPr>
          <p:nvPr>
            <p:ph type="body"/>
          </p:nvPr>
        </p:nvSpPr>
        <p:spPr>
          <a:xfrm>
            <a:off x="609480" y="3682080"/>
            <a:ext cx="5354280" cy="1896840"/>
          </a:xfrm>
          <a:prstGeom prst="rect">
            <a:avLst/>
          </a:prstGeom>
        </p:spPr>
        <p:txBody>
          <a:bodyPr lIns="0" tIns="0" rIns="0" bIns="0">
            <a:normAutofit/>
          </a:bodyPr>
          <a:lstStyle/>
          <a:p>
            <a:endParaRPr lang="en-US" sz="1800" b="0" strike="noStrike" spc="-1">
              <a:solidFill>
                <a:srgbClr val="000000"/>
              </a:solidFill>
              <a:latin typeface="Arial" panose="020B0604020202020204"/>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53"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Arial" panose="020B0604020202020204"/>
            </a:endParaRPr>
          </a:p>
        </p:txBody>
      </p:sp>
      <p:sp>
        <p:nvSpPr>
          <p:cNvPr id="54" name="PlaceHolder 2"/>
          <p:cNvSpPr>
            <a:spLocks noGrp="1"/>
          </p:cNvSpPr>
          <p:nvPr>
            <p:ph type="body"/>
          </p:nvPr>
        </p:nvSpPr>
        <p:spPr>
          <a:xfrm>
            <a:off x="609480" y="1604520"/>
            <a:ext cx="5354280" cy="3977280"/>
          </a:xfrm>
          <a:prstGeom prst="rect">
            <a:avLst/>
          </a:prstGeom>
        </p:spPr>
        <p:txBody>
          <a:bodyPr lIns="0" tIns="0" rIns="0" bIns="0">
            <a:normAutofit/>
          </a:bodyPr>
          <a:lstStyle/>
          <a:p>
            <a:endParaRPr lang="en-US" sz="1800" b="0" strike="noStrike" spc="-1">
              <a:solidFill>
                <a:srgbClr val="000000"/>
              </a:solidFill>
              <a:latin typeface="Arial" panose="020B0604020202020204"/>
            </a:endParaRPr>
          </a:p>
        </p:txBody>
      </p:sp>
      <p:sp>
        <p:nvSpPr>
          <p:cNvPr id="55"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1800" b="0" strike="noStrike" spc="-1">
              <a:solidFill>
                <a:srgbClr val="000000"/>
              </a:solidFill>
              <a:latin typeface="Arial" panose="020B0604020202020204"/>
            </a:endParaRPr>
          </a:p>
        </p:txBody>
      </p:sp>
      <p:sp>
        <p:nvSpPr>
          <p:cNvPr id="56" name="PlaceHolder 4"/>
          <p:cNvSpPr>
            <a:spLocks noGrp="1"/>
          </p:cNvSpPr>
          <p:nvPr>
            <p:ph type="body"/>
          </p:nvPr>
        </p:nvSpPr>
        <p:spPr>
          <a:xfrm>
            <a:off x="6231960" y="3682080"/>
            <a:ext cx="5354280" cy="1896840"/>
          </a:xfrm>
          <a:prstGeom prst="rect">
            <a:avLst/>
          </a:prstGeom>
        </p:spPr>
        <p:txBody>
          <a:bodyPr lIns="0" tIns="0" rIns="0" bIns="0">
            <a:normAutofit/>
          </a:bodyPr>
          <a:lstStyle/>
          <a:p>
            <a:endParaRPr lang="en-US" sz="1800" b="0" strike="noStrike" spc="-1">
              <a:solidFill>
                <a:srgbClr val="000000"/>
              </a:solidFill>
              <a:latin typeface="Arial" panose="020B0604020202020204"/>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57"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Arial" panose="020B0604020202020204"/>
            </a:endParaRPr>
          </a:p>
        </p:txBody>
      </p:sp>
      <p:sp>
        <p:nvSpPr>
          <p:cNvPr id="58"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1800" b="0" strike="noStrike" spc="-1">
              <a:solidFill>
                <a:srgbClr val="000000"/>
              </a:solidFill>
              <a:latin typeface="Arial" panose="020B0604020202020204"/>
            </a:endParaRPr>
          </a:p>
        </p:txBody>
      </p:sp>
      <p:sp>
        <p:nvSpPr>
          <p:cNvPr id="59"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1800" b="0" strike="noStrike" spc="-1">
              <a:solidFill>
                <a:srgbClr val="000000"/>
              </a:solidFill>
              <a:latin typeface="Arial" panose="020B0604020202020204"/>
            </a:endParaRPr>
          </a:p>
        </p:txBody>
      </p:sp>
      <p:sp>
        <p:nvSpPr>
          <p:cNvPr id="60" name="PlaceHolder 4"/>
          <p:cNvSpPr>
            <a:spLocks noGrp="1"/>
          </p:cNvSpPr>
          <p:nvPr>
            <p:ph type="body"/>
          </p:nvPr>
        </p:nvSpPr>
        <p:spPr>
          <a:xfrm>
            <a:off x="609480" y="3682080"/>
            <a:ext cx="10972440" cy="1896840"/>
          </a:xfrm>
          <a:prstGeom prst="rect">
            <a:avLst/>
          </a:prstGeom>
        </p:spPr>
        <p:txBody>
          <a:bodyPr lIns="0" tIns="0" rIns="0" bIns="0">
            <a:normAutofit/>
          </a:bodyPr>
          <a:lstStyle/>
          <a:p>
            <a:endParaRPr lang="en-US" sz="1800" b="0" strike="noStrike" spc="-1">
              <a:solidFill>
                <a:srgbClr val="000000"/>
              </a:solidFill>
              <a:latin typeface="Arial" panose="020B0604020202020204"/>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61"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Arial" panose="020B0604020202020204"/>
            </a:endParaRPr>
          </a:p>
        </p:txBody>
      </p:sp>
      <p:sp>
        <p:nvSpPr>
          <p:cNvPr id="62" name="PlaceHolder 2"/>
          <p:cNvSpPr>
            <a:spLocks noGrp="1"/>
          </p:cNvSpPr>
          <p:nvPr>
            <p:ph type="body"/>
          </p:nvPr>
        </p:nvSpPr>
        <p:spPr>
          <a:xfrm>
            <a:off x="609480" y="1604520"/>
            <a:ext cx="10972440" cy="1896840"/>
          </a:xfrm>
          <a:prstGeom prst="rect">
            <a:avLst/>
          </a:prstGeom>
        </p:spPr>
        <p:txBody>
          <a:bodyPr lIns="0" tIns="0" rIns="0" bIns="0">
            <a:normAutofit/>
          </a:bodyPr>
          <a:lstStyle/>
          <a:p>
            <a:endParaRPr lang="en-US" sz="1800" b="0" strike="noStrike" spc="-1">
              <a:solidFill>
                <a:srgbClr val="000000"/>
              </a:solidFill>
              <a:latin typeface="Arial" panose="020B0604020202020204"/>
            </a:endParaRPr>
          </a:p>
        </p:txBody>
      </p:sp>
      <p:sp>
        <p:nvSpPr>
          <p:cNvPr id="63" name="PlaceHolder 3"/>
          <p:cNvSpPr>
            <a:spLocks noGrp="1"/>
          </p:cNvSpPr>
          <p:nvPr>
            <p:ph type="body"/>
          </p:nvPr>
        </p:nvSpPr>
        <p:spPr>
          <a:xfrm>
            <a:off x="609480" y="3682080"/>
            <a:ext cx="10972440" cy="1896840"/>
          </a:xfrm>
          <a:prstGeom prst="rect">
            <a:avLst/>
          </a:prstGeom>
        </p:spPr>
        <p:txBody>
          <a:bodyPr lIns="0" tIns="0" rIns="0" bIns="0">
            <a:normAutofit/>
          </a:bodyPr>
          <a:lstStyle/>
          <a:p>
            <a:endParaRPr lang="en-US" sz="1800" b="0" strike="noStrike" spc="-1">
              <a:solidFill>
                <a:srgbClr val="000000"/>
              </a:solidFill>
              <a:latin typeface="Arial" panose="020B0604020202020204"/>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64"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Arial" panose="020B0604020202020204"/>
            </a:endParaRPr>
          </a:p>
        </p:txBody>
      </p:sp>
      <p:sp>
        <p:nvSpPr>
          <p:cNvPr id="65"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1800" b="0" strike="noStrike" spc="-1">
              <a:solidFill>
                <a:srgbClr val="000000"/>
              </a:solidFill>
              <a:latin typeface="Arial" panose="020B0604020202020204"/>
            </a:endParaRPr>
          </a:p>
        </p:txBody>
      </p:sp>
      <p:sp>
        <p:nvSpPr>
          <p:cNvPr id="66"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1800" b="0" strike="noStrike" spc="-1">
              <a:solidFill>
                <a:srgbClr val="000000"/>
              </a:solidFill>
              <a:latin typeface="Arial" panose="020B0604020202020204"/>
            </a:endParaRPr>
          </a:p>
        </p:txBody>
      </p:sp>
      <p:sp>
        <p:nvSpPr>
          <p:cNvPr id="67" name="PlaceHolder 4"/>
          <p:cNvSpPr>
            <a:spLocks noGrp="1"/>
          </p:cNvSpPr>
          <p:nvPr>
            <p:ph type="body"/>
          </p:nvPr>
        </p:nvSpPr>
        <p:spPr>
          <a:xfrm>
            <a:off x="609480" y="3682080"/>
            <a:ext cx="5354280" cy="1896840"/>
          </a:xfrm>
          <a:prstGeom prst="rect">
            <a:avLst/>
          </a:prstGeom>
        </p:spPr>
        <p:txBody>
          <a:bodyPr lIns="0" tIns="0" rIns="0" bIns="0">
            <a:normAutofit/>
          </a:bodyPr>
          <a:lstStyle/>
          <a:p>
            <a:endParaRPr lang="en-US" sz="1800" b="0" strike="noStrike" spc="-1">
              <a:solidFill>
                <a:srgbClr val="000000"/>
              </a:solidFill>
              <a:latin typeface="Arial" panose="020B0604020202020204"/>
            </a:endParaRPr>
          </a:p>
        </p:txBody>
      </p:sp>
      <p:sp>
        <p:nvSpPr>
          <p:cNvPr id="68" name="PlaceHolder 5"/>
          <p:cNvSpPr>
            <a:spLocks noGrp="1"/>
          </p:cNvSpPr>
          <p:nvPr>
            <p:ph type="body"/>
          </p:nvPr>
        </p:nvSpPr>
        <p:spPr>
          <a:xfrm>
            <a:off x="6231960" y="3682080"/>
            <a:ext cx="5354280" cy="1896840"/>
          </a:xfrm>
          <a:prstGeom prst="rect">
            <a:avLst/>
          </a:prstGeom>
        </p:spPr>
        <p:txBody>
          <a:bodyPr lIns="0" tIns="0" rIns="0" bIns="0">
            <a:normAutofit/>
          </a:bodyPr>
          <a:lstStyle/>
          <a:p>
            <a:endParaRPr lang="en-US" sz="1800" b="0" strike="noStrike" spc="-1">
              <a:solidFill>
                <a:srgbClr val="000000"/>
              </a:solidFill>
              <a:latin typeface="Arial" panose="020B0604020202020204"/>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69"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Arial" panose="020B0604020202020204"/>
            </a:endParaRPr>
          </a:p>
        </p:txBody>
      </p:sp>
      <p:sp>
        <p:nvSpPr>
          <p:cNvPr id="70" name="PlaceHolder 2"/>
          <p:cNvSpPr>
            <a:spLocks noGrp="1"/>
          </p:cNvSpPr>
          <p:nvPr>
            <p:ph type="body"/>
          </p:nvPr>
        </p:nvSpPr>
        <p:spPr>
          <a:xfrm>
            <a:off x="609480" y="1604520"/>
            <a:ext cx="3533040" cy="1896840"/>
          </a:xfrm>
          <a:prstGeom prst="rect">
            <a:avLst/>
          </a:prstGeom>
        </p:spPr>
        <p:txBody>
          <a:bodyPr lIns="0" tIns="0" rIns="0" bIns="0">
            <a:normAutofit/>
          </a:bodyPr>
          <a:lstStyle/>
          <a:p>
            <a:endParaRPr lang="en-US" sz="1800" b="0" strike="noStrike" spc="-1">
              <a:solidFill>
                <a:srgbClr val="000000"/>
              </a:solidFill>
              <a:latin typeface="Arial" panose="020B0604020202020204"/>
            </a:endParaRPr>
          </a:p>
        </p:txBody>
      </p:sp>
      <p:sp>
        <p:nvSpPr>
          <p:cNvPr id="71" name="PlaceHolder 3"/>
          <p:cNvSpPr>
            <a:spLocks noGrp="1"/>
          </p:cNvSpPr>
          <p:nvPr>
            <p:ph type="body"/>
          </p:nvPr>
        </p:nvSpPr>
        <p:spPr>
          <a:xfrm>
            <a:off x="4319640" y="1604520"/>
            <a:ext cx="3533040" cy="1896840"/>
          </a:xfrm>
          <a:prstGeom prst="rect">
            <a:avLst/>
          </a:prstGeom>
        </p:spPr>
        <p:txBody>
          <a:bodyPr lIns="0" tIns="0" rIns="0" bIns="0">
            <a:normAutofit/>
          </a:bodyPr>
          <a:lstStyle/>
          <a:p>
            <a:endParaRPr lang="en-US" sz="1800" b="0" strike="noStrike" spc="-1">
              <a:solidFill>
                <a:srgbClr val="000000"/>
              </a:solidFill>
              <a:latin typeface="Arial" panose="020B0604020202020204"/>
            </a:endParaRPr>
          </a:p>
        </p:txBody>
      </p:sp>
      <p:sp>
        <p:nvSpPr>
          <p:cNvPr id="72" name="PlaceHolder 4"/>
          <p:cNvSpPr>
            <a:spLocks noGrp="1"/>
          </p:cNvSpPr>
          <p:nvPr>
            <p:ph type="body"/>
          </p:nvPr>
        </p:nvSpPr>
        <p:spPr>
          <a:xfrm>
            <a:off x="8029800" y="1604520"/>
            <a:ext cx="3533040" cy="1896840"/>
          </a:xfrm>
          <a:prstGeom prst="rect">
            <a:avLst/>
          </a:prstGeom>
        </p:spPr>
        <p:txBody>
          <a:bodyPr lIns="0" tIns="0" rIns="0" bIns="0">
            <a:normAutofit/>
          </a:bodyPr>
          <a:lstStyle/>
          <a:p>
            <a:endParaRPr lang="en-US" sz="1800" b="0" strike="noStrike" spc="-1">
              <a:solidFill>
                <a:srgbClr val="000000"/>
              </a:solidFill>
              <a:latin typeface="Arial" panose="020B0604020202020204"/>
            </a:endParaRPr>
          </a:p>
        </p:txBody>
      </p:sp>
      <p:sp>
        <p:nvSpPr>
          <p:cNvPr id="73" name="PlaceHolder 5"/>
          <p:cNvSpPr>
            <a:spLocks noGrp="1"/>
          </p:cNvSpPr>
          <p:nvPr>
            <p:ph type="body"/>
          </p:nvPr>
        </p:nvSpPr>
        <p:spPr>
          <a:xfrm>
            <a:off x="609480" y="3682080"/>
            <a:ext cx="3533040" cy="1896840"/>
          </a:xfrm>
          <a:prstGeom prst="rect">
            <a:avLst/>
          </a:prstGeom>
        </p:spPr>
        <p:txBody>
          <a:bodyPr lIns="0" tIns="0" rIns="0" bIns="0">
            <a:normAutofit/>
          </a:bodyPr>
          <a:lstStyle/>
          <a:p>
            <a:endParaRPr lang="en-US" sz="1800" b="0" strike="noStrike" spc="-1">
              <a:solidFill>
                <a:srgbClr val="000000"/>
              </a:solidFill>
              <a:latin typeface="Arial" panose="020B0604020202020204"/>
            </a:endParaRPr>
          </a:p>
        </p:txBody>
      </p:sp>
      <p:sp>
        <p:nvSpPr>
          <p:cNvPr id="74" name="PlaceHolder 6"/>
          <p:cNvSpPr>
            <a:spLocks noGrp="1"/>
          </p:cNvSpPr>
          <p:nvPr>
            <p:ph type="body"/>
          </p:nvPr>
        </p:nvSpPr>
        <p:spPr>
          <a:xfrm>
            <a:off x="4319640" y="3682080"/>
            <a:ext cx="3533040" cy="1896840"/>
          </a:xfrm>
          <a:prstGeom prst="rect">
            <a:avLst/>
          </a:prstGeom>
        </p:spPr>
        <p:txBody>
          <a:bodyPr lIns="0" tIns="0" rIns="0" bIns="0">
            <a:normAutofit/>
          </a:bodyPr>
          <a:lstStyle/>
          <a:p>
            <a:endParaRPr lang="en-US" sz="1800" b="0" strike="noStrike" spc="-1">
              <a:solidFill>
                <a:srgbClr val="000000"/>
              </a:solidFill>
              <a:latin typeface="Arial" panose="020B0604020202020204"/>
            </a:endParaRPr>
          </a:p>
        </p:txBody>
      </p:sp>
      <p:sp>
        <p:nvSpPr>
          <p:cNvPr id="75" name="PlaceHolder 7"/>
          <p:cNvSpPr>
            <a:spLocks noGrp="1"/>
          </p:cNvSpPr>
          <p:nvPr>
            <p:ph type="body"/>
          </p:nvPr>
        </p:nvSpPr>
        <p:spPr>
          <a:xfrm>
            <a:off x="8029800" y="3682080"/>
            <a:ext cx="3533040" cy="1896840"/>
          </a:xfrm>
          <a:prstGeom prst="rect">
            <a:avLst/>
          </a:prstGeom>
        </p:spPr>
        <p:txBody>
          <a:bodyPr lIns="0" tIns="0" rIns="0" bIns="0">
            <a:normAutofit/>
          </a:bodyPr>
          <a:lstStyle/>
          <a:p>
            <a:endParaRPr lang="en-US" sz="1800" b="0" strike="noStrike" spc="-1">
              <a:solidFill>
                <a:srgbClr val="000000"/>
              </a:solidFill>
              <a:latin typeface="Arial" panose="020B0604020202020204"/>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78"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Arial" panose="020B0604020202020204"/>
            </a:endParaRPr>
          </a:p>
        </p:txBody>
      </p:sp>
      <p:sp>
        <p:nvSpPr>
          <p:cNvPr id="79" name="PlaceHolder 2"/>
          <p:cNvSpPr>
            <a:spLocks noGrp="1"/>
          </p:cNvSpPr>
          <p:nvPr>
            <p:ph type="subTitle"/>
          </p:nvPr>
        </p:nvSpPr>
        <p:spPr>
          <a:xfrm>
            <a:off x="609480" y="1604520"/>
            <a:ext cx="10972440" cy="3977280"/>
          </a:xfrm>
          <a:prstGeom prst="rect">
            <a:avLst/>
          </a:prstGeom>
        </p:spPr>
        <p:txBody>
          <a:bodyPr lIns="0" tIns="0" rIns="0" bIns="0" anchor="ctr">
            <a:noAutofit/>
          </a:bodyPr>
          <a:lstStyle/>
          <a:p>
            <a:pPr algn="ctr"/>
            <a:endParaRPr lang="en-US" sz="3200" b="0" strike="noStrike" spc="-1">
              <a:latin typeface="Arial" panose="020B0604020202020204"/>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80"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Arial" panose="020B0604020202020204"/>
            </a:endParaRPr>
          </a:p>
        </p:txBody>
      </p:sp>
      <p:sp>
        <p:nvSpPr>
          <p:cNvPr id="81" name="PlaceHolder 2"/>
          <p:cNvSpPr>
            <a:spLocks noGrp="1"/>
          </p:cNvSpPr>
          <p:nvPr>
            <p:ph type="body"/>
          </p:nvPr>
        </p:nvSpPr>
        <p:spPr>
          <a:xfrm>
            <a:off x="609480" y="1604520"/>
            <a:ext cx="10972440" cy="3977280"/>
          </a:xfrm>
          <a:prstGeom prst="rect">
            <a:avLst/>
          </a:prstGeom>
        </p:spPr>
        <p:txBody>
          <a:bodyPr lIns="0" tIns="0" rIns="0" bIns="0">
            <a:normAutofit/>
          </a:bodyPr>
          <a:lstStyle/>
          <a:p>
            <a:endParaRPr lang="en-US" sz="1800" b="0" strike="noStrike" spc="-1">
              <a:solidFill>
                <a:srgbClr val="000000"/>
              </a:solidFill>
              <a:latin typeface="Arial" panose="020B0604020202020204"/>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82"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Arial" panose="020B0604020202020204"/>
            </a:endParaRPr>
          </a:p>
        </p:txBody>
      </p:sp>
      <p:sp>
        <p:nvSpPr>
          <p:cNvPr id="83" name="PlaceHolder 2"/>
          <p:cNvSpPr>
            <a:spLocks noGrp="1"/>
          </p:cNvSpPr>
          <p:nvPr>
            <p:ph type="body"/>
          </p:nvPr>
        </p:nvSpPr>
        <p:spPr>
          <a:xfrm>
            <a:off x="609480" y="1604520"/>
            <a:ext cx="5354280" cy="3977280"/>
          </a:xfrm>
          <a:prstGeom prst="rect">
            <a:avLst/>
          </a:prstGeom>
        </p:spPr>
        <p:txBody>
          <a:bodyPr lIns="0" tIns="0" rIns="0" bIns="0">
            <a:normAutofit/>
          </a:bodyPr>
          <a:lstStyle/>
          <a:p>
            <a:endParaRPr lang="en-US" sz="1800" b="0" strike="noStrike" spc="-1">
              <a:solidFill>
                <a:srgbClr val="000000"/>
              </a:solidFill>
              <a:latin typeface="Arial" panose="020B0604020202020204"/>
            </a:endParaRPr>
          </a:p>
        </p:txBody>
      </p:sp>
      <p:sp>
        <p:nvSpPr>
          <p:cNvPr id="84" name="PlaceHolder 3"/>
          <p:cNvSpPr>
            <a:spLocks noGrp="1"/>
          </p:cNvSpPr>
          <p:nvPr>
            <p:ph type="body"/>
          </p:nvPr>
        </p:nvSpPr>
        <p:spPr>
          <a:xfrm>
            <a:off x="6231960" y="1604520"/>
            <a:ext cx="5354280" cy="3977280"/>
          </a:xfrm>
          <a:prstGeom prst="rect">
            <a:avLst/>
          </a:prstGeom>
        </p:spPr>
        <p:txBody>
          <a:bodyPr lIns="0" tIns="0" rIns="0" bIns="0">
            <a:normAutofit/>
          </a:bodyPr>
          <a:lstStyle/>
          <a:p>
            <a:endParaRPr lang="en-US" sz="1800" b="0" strike="noStrike" spc="-1">
              <a:solidFill>
                <a:srgbClr val="000000"/>
              </a:solidFill>
              <a:latin typeface="Arial" panose="020B0604020202020204"/>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5"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Arial" panose="020B0604020202020204"/>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86" name="PlaceHolder 1"/>
          <p:cNvSpPr>
            <a:spLocks noGrp="1"/>
          </p:cNvSpPr>
          <p:nvPr>
            <p:ph type="subTitle"/>
          </p:nvPr>
        </p:nvSpPr>
        <p:spPr>
          <a:xfrm>
            <a:off x="609480" y="273600"/>
            <a:ext cx="10972440" cy="5307840"/>
          </a:xfrm>
          <a:prstGeom prst="rect">
            <a:avLst/>
          </a:prstGeom>
        </p:spPr>
        <p:txBody>
          <a:bodyPr lIns="0" tIns="0" rIns="0" bIns="0" anchor="ctr">
            <a:noAutofit/>
          </a:bodyPr>
          <a:lstStyle/>
          <a:p>
            <a:pPr algn="ctr"/>
            <a:endParaRPr lang="en-US" sz="3200" b="0" strike="noStrike" spc="-1">
              <a:latin typeface="Arial" panose="020B0604020202020204"/>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87"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Arial" panose="020B0604020202020204"/>
            </a:endParaRPr>
          </a:p>
        </p:txBody>
      </p:sp>
      <p:sp>
        <p:nvSpPr>
          <p:cNvPr id="88"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1800" b="0" strike="noStrike" spc="-1">
              <a:solidFill>
                <a:srgbClr val="000000"/>
              </a:solidFill>
              <a:latin typeface="Arial" panose="020B0604020202020204"/>
            </a:endParaRPr>
          </a:p>
        </p:txBody>
      </p:sp>
      <p:sp>
        <p:nvSpPr>
          <p:cNvPr id="89" name="PlaceHolder 3"/>
          <p:cNvSpPr>
            <a:spLocks noGrp="1"/>
          </p:cNvSpPr>
          <p:nvPr>
            <p:ph type="body"/>
          </p:nvPr>
        </p:nvSpPr>
        <p:spPr>
          <a:xfrm>
            <a:off x="6231960" y="1604520"/>
            <a:ext cx="5354280" cy="3977280"/>
          </a:xfrm>
          <a:prstGeom prst="rect">
            <a:avLst/>
          </a:prstGeom>
        </p:spPr>
        <p:txBody>
          <a:bodyPr lIns="0" tIns="0" rIns="0" bIns="0">
            <a:normAutofit/>
          </a:bodyPr>
          <a:lstStyle/>
          <a:p>
            <a:endParaRPr lang="en-US" sz="1800" b="0" strike="noStrike" spc="-1">
              <a:solidFill>
                <a:srgbClr val="000000"/>
              </a:solidFill>
              <a:latin typeface="Arial" panose="020B0604020202020204"/>
            </a:endParaRPr>
          </a:p>
        </p:txBody>
      </p:sp>
      <p:sp>
        <p:nvSpPr>
          <p:cNvPr id="90" name="PlaceHolder 4"/>
          <p:cNvSpPr>
            <a:spLocks noGrp="1"/>
          </p:cNvSpPr>
          <p:nvPr>
            <p:ph type="body"/>
          </p:nvPr>
        </p:nvSpPr>
        <p:spPr>
          <a:xfrm>
            <a:off x="609480" y="3682080"/>
            <a:ext cx="5354280" cy="1896840"/>
          </a:xfrm>
          <a:prstGeom prst="rect">
            <a:avLst/>
          </a:prstGeom>
        </p:spPr>
        <p:txBody>
          <a:bodyPr lIns="0" tIns="0" rIns="0" bIns="0">
            <a:normAutofit/>
          </a:bodyPr>
          <a:lstStyle/>
          <a:p>
            <a:endParaRPr lang="en-US" sz="1800" b="0" strike="noStrike" spc="-1">
              <a:solidFill>
                <a:srgbClr val="000000"/>
              </a:solidFill>
              <a:latin typeface="Arial" panose="020B0604020202020204"/>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91"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Arial" panose="020B0604020202020204"/>
            </a:endParaRPr>
          </a:p>
        </p:txBody>
      </p:sp>
      <p:sp>
        <p:nvSpPr>
          <p:cNvPr id="92" name="PlaceHolder 2"/>
          <p:cNvSpPr>
            <a:spLocks noGrp="1"/>
          </p:cNvSpPr>
          <p:nvPr>
            <p:ph type="body"/>
          </p:nvPr>
        </p:nvSpPr>
        <p:spPr>
          <a:xfrm>
            <a:off x="609480" y="1604520"/>
            <a:ext cx="5354280" cy="3977280"/>
          </a:xfrm>
          <a:prstGeom prst="rect">
            <a:avLst/>
          </a:prstGeom>
        </p:spPr>
        <p:txBody>
          <a:bodyPr lIns="0" tIns="0" rIns="0" bIns="0">
            <a:normAutofit/>
          </a:bodyPr>
          <a:lstStyle/>
          <a:p>
            <a:endParaRPr lang="en-US" sz="1800" b="0" strike="noStrike" spc="-1">
              <a:solidFill>
                <a:srgbClr val="000000"/>
              </a:solidFill>
              <a:latin typeface="Arial" panose="020B0604020202020204"/>
            </a:endParaRPr>
          </a:p>
        </p:txBody>
      </p:sp>
      <p:sp>
        <p:nvSpPr>
          <p:cNvPr id="93"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1800" b="0" strike="noStrike" spc="-1">
              <a:solidFill>
                <a:srgbClr val="000000"/>
              </a:solidFill>
              <a:latin typeface="Arial" panose="020B0604020202020204"/>
            </a:endParaRPr>
          </a:p>
        </p:txBody>
      </p:sp>
      <p:sp>
        <p:nvSpPr>
          <p:cNvPr id="94" name="PlaceHolder 4"/>
          <p:cNvSpPr>
            <a:spLocks noGrp="1"/>
          </p:cNvSpPr>
          <p:nvPr>
            <p:ph type="body"/>
          </p:nvPr>
        </p:nvSpPr>
        <p:spPr>
          <a:xfrm>
            <a:off x="6231960" y="3682080"/>
            <a:ext cx="5354280" cy="1896840"/>
          </a:xfrm>
          <a:prstGeom prst="rect">
            <a:avLst/>
          </a:prstGeom>
        </p:spPr>
        <p:txBody>
          <a:bodyPr lIns="0" tIns="0" rIns="0" bIns="0">
            <a:normAutofit/>
          </a:bodyPr>
          <a:lstStyle/>
          <a:p>
            <a:endParaRPr lang="en-US" sz="1800" b="0" strike="noStrike" spc="-1">
              <a:solidFill>
                <a:srgbClr val="000000"/>
              </a:solidFill>
              <a:latin typeface="Arial" panose="020B0604020202020204"/>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95"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Arial" panose="020B0604020202020204"/>
            </a:endParaRPr>
          </a:p>
        </p:txBody>
      </p:sp>
      <p:sp>
        <p:nvSpPr>
          <p:cNvPr id="96"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1800" b="0" strike="noStrike" spc="-1">
              <a:solidFill>
                <a:srgbClr val="000000"/>
              </a:solidFill>
              <a:latin typeface="Arial" panose="020B0604020202020204"/>
            </a:endParaRPr>
          </a:p>
        </p:txBody>
      </p:sp>
      <p:sp>
        <p:nvSpPr>
          <p:cNvPr id="97"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1800" b="0" strike="noStrike" spc="-1">
              <a:solidFill>
                <a:srgbClr val="000000"/>
              </a:solidFill>
              <a:latin typeface="Arial" panose="020B0604020202020204"/>
            </a:endParaRPr>
          </a:p>
        </p:txBody>
      </p:sp>
      <p:sp>
        <p:nvSpPr>
          <p:cNvPr id="98" name="PlaceHolder 4"/>
          <p:cNvSpPr>
            <a:spLocks noGrp="1"/>
          </p:cNvSpPr>
          <p:nvPr>
            <p:ph type="body"/>
          </p:nvPr>
        </p:nvSpPr>
        <p:spPr>
          <a:xfrm>
            <a:off x="609480" y="3682080"/>
            <a:ext cx="10972440" cy="1896840"/>
          </a:xfrm>
          <a:prstGeom prst="rect">
            <a:avLst/>
          </a:prstGeom>
        </p:spPr>
        <p:txBody>
          <a:bodyPr lIns="0" tIns="0" rIns="0" bIns="0">
            <a:normAutofit/>
          </a:bodyPr>
          <a:lstStyle/>
          <a:p>
            <a:endParaRPr lang="en-US" sz="1800" b="0" strike="noStrike" spc="-1">
              <a:solidFill>
                <a:srgbClr val="000000"/>
              </a:solidFill>
              <a:latin typeface="Arial" panose="020B0604020202020204"/>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99"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Arial" panose="020B0604020202020204"/>
            </a:endParaRPr>
          </a:p>
        </p:txBody>
      </p:sp>
      <p:sp>
        <p:nvSpPr>
          <p:cNvPr id="100" name="PlaceHolder 2"/>
          <p:cNvSpPr>
            <a:spLocks noGrp="1"/>
          </p:cNvSpPr>
          <p:nvPr>
            <p:ph type="body"/>
          </p:nvPr>
        </p:nvSpPr>
        <p:spPr>
          <a:xfrm>
            <a:off x="609480" y="1604520"/>
            <a:ext cx="10972440" cy="1896840"/>
          </a:xfrm>
          <a:prstGeom prst="rect">
            <a:avLst/>
          </a:prstGeom>
        </p:spPr>
        <p:txBody>
          <a:bodyPr lIns="0" tIns="0" rIns="0" bIns="0">
            <a:normAutofit/>
          </a:bodyPr>
          <a:lstStyle/>
          <a:p>
            <a:endParaRPr lang="en-US" sz="1800" b="0" strike="noStrike" spc="-1">
              <a:solidFill>
                <a:srgbClr val="000000"/>
              </a:solidFill>
              <a:latin typeface="Arial" panose="020B0604020202020204"/>
            </a:endParaRPr>
          </a:p>
        </p:txBody>
      </p:sp>
      <p:sp>
        <p:nvSpPr>
          <p:cNvPr id="101" name="PlaceHolder 3"/>
          <p:cNvSpPr>
            <a:spLocks noGrp="1"/>
          </p:cNvSpPr>
          <p:nvPr>
            <p:ph type="body"/>
          </p:nvPr>
        </p:nvSpPr>
        <p:spPr>
          <a:xfrm>
            <a:off x="609480" y="3682080"/>
            <a:ext cx="10972440" cy="1896840"/>
          </a:xfrm>
          <a:prstGeom prst="rect">
            <a:avLst/>
          </a:prstGeom>
        </p:spPr>
        <p:txBody>
          <a:bodyPr lIns="0" tIns="0" rIns="0" bIns="0">
            <a:normAutofit/>
          </a:bodyPr>
          <a:lstStyle/>
          <a:p>
            <a:endParaRPr lang="en-US" sz="1800" b="0" strike="noStrike" spc="-1">
              <a:solidFill>
                <a:srgbClr val="000000"/>
              </a:solidFill>
              <a:latin typeface="Arial" panose="020B0604020202020204"/>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102"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Arial" panose="020B0604020202020204"/>
            </a:endParaRPr>
          </a:p>
        </p:txBody>
      </p:sp>
      <p:sp>
        <p:nvSpPr>
          <p:cNvPr id="103" name="PlaceHolder 2"/>
          <p:cNvSpPr>
            <a:spLocks noGrp="1"/>
          </p:cNvSpPr>
          <p:nvPr>
            <p:ph type="body"/>
          </p:nvPr>
        </p:nvSpPr>
        <p:spPr>
          <a:xfrm>
            <a:off x="609480" y="1604520"/>
            <a:ext cx="5354280" cy="1896840"/>
          </a:xfrm>
          <a:prstGeom prst="rect">
            <a:avLst/>
          </a:prstGeom>
        </p:spPr>
        <p:txBody>
          <a:bodyPr lIns="0" tIns="0" rIns="0" bIns="0">
            <a:normAutofit/>
          </a:bodyPr>
          <a:lstStyle/>
          <a:p>
            <a:endParaRPr lang="en-US" sz="1800" b="0" strike="noStrike" spc="-1">
              <a:solidFill>
                <a:srgbClr val="000000"/>
              </a:solidFill>
              <a:latin typeface="Arial" panose="020B0604020202020204"/>
            </a:endParaRPr>
          </a:p>
        </p:txBody>
      </p:sp>
      <p:sp>
        <p:nvSpPr>
          <p:cNvPr id="104" name="PlaceHolder 3"/>
          <p:cNvSpPr>
            <a:spLocks noGrp="1"/>
          </p:cNvSpPr>
          <p:nvPr>
            <p:ph type="body"/>
          </p:nvPr>
        </p:nvSpPr>
        <p:spPr>
          <a:xfrm>
            <a:off x="6231960" y="1604520"/>
            <a:ext cx="5354280" cy="1896840"/>
          </a:xfrm>
          <a:prstGeom prst="rect">
            <a:avLst/>
          </a:prstGeom>
        </p:spPr>
        <p:txBody>
          <a:bodyPr lIns="0" tIns="0" rIns="0" bIns="0">
            <a:normAutofit/>
          </a:bodyPr>
          <a:lstStyle/>
          <a:p>
            <a:endParaRPr lang="en-US" sz="1800" b="0" strike="noStrike" spc="-1">
              <a:solidFill>
                <a:srgbClr val="000000"/>
              </a:solidFill>
              <a:latin typeface="Arial" panose="020B0604020202020204"/>
            </a:endParaRPr>
          </a:p>
        </p:txBody>
      </p:sp>
      <p:sp>
        <p:nvSpPr>
          <p:cNvPr id="105" name="PlaceHolder 4"/>
          <p:cNvSpPr>
            <a:spLocks noGrp="1"/>
          </p:cNvSpPr>
          <p:nvPr>
            <p:ph type="body"/>
          </p:nvPr>
        </p:nvSpPr>
        <p:spPr>
          <a:xfrm>
            <a:off x="609480" y="3682080"/>
            <a:ext cx="5354280" cy="1896840"/>
          </a:xfrm>
          <a:prstGeom prst="rect">
            <a:avLst/>
          </a:prstGeom>
        </p:spPr>
        <p:txBody>
          <a:bodyPr lIns="0" tIns="0" rIns="0" bIns="0">
            <a:normAutofit/>
          </a:bodyPr>
          <a:lstStyle/>
          <a:p>
            <a:endParaRPr lang="en-US" sz="1800" b="0" strike="noStrike" spc="-1">
              <a:solidFill>
                <a:srgbClr val="000000"/>
              </a:solidFill>
              <a:latin typeface="Arial" panose="020B0604020202020204"/>
            </a:endParaRPr>
          </a:p>
        </p:txBody>
      </p:sp>
      <p:sp>
        <p:nvSpPr>
          <p:cNvPr id="106" name="PlaceHolder 5"/>
          <p:cNvSpPr>
            <a:spLocks noGrp="1"/>
          </p:cNvSpPr>
          <p:nvPr>
            <p:ph type="body"/>
          </p:nvPr>
        </p:nvSpPr>
        <p:spPr>
          <a:xfrm>
            <a:off x="6231960" y="3682080"/>
            <a:ext cx="5354280" cy="1896840"/>
          </a:xfrm>
          <a:prstGeom prst="rect">
            <a:avLst/>
          </a:prstGeom>
        </p:spPr>
        <p:txBody>
          <a:bodyPr lIns="0" tIns="0" rIns="0" bIns="0">
            <a:normAutofit/>
          </a:bodyPr>
          <a:lstStyle/>
          <a:p>
            <a:endParaRPr lang="en-US" sz="1800" b="0" strike="noStrike" spc="-1">
              <a:solidFill>
                <a:srgbClr val="000000"/>
              </a:solidFill>
              <a:latin typeface="Arial" panose="020B0604020202020204"/>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107" name="PlaceHolder 1"/>
          <p:cNvSpPr>
            <a:spLocks noGrp="1"/>
          </p:cNvSpPr>
          <p:nvPr>
            <p:ph type="title"/>
          </p:nvPr>
        </p:nvSpPr>
        <p:spPr>
          <a:xfrm>
            <a:off x="609480" y="273600"/>
            <a:ext cx="10972440" cy="1144800"/>
          </a:xfrm>
          <a:prstGeom prst="rect">
            <a:avLst/>
          </a:prstGeom>
        </p:spPr>
        <p:txBody>
          <a:bodyPr lIns="0" tIns="0" rIns="0" bIns="0" anchor="ctr">
            <a:noAutofit/>
          </a:bodyPr>
          <a:lstStyle/>
          <a:p>
            <a:endParaRPr lang="en-US" sz="1800" b="0" strike="noStrike" spc="-1">
              <a:solidFill>
                <a:srgbClr val="000000"/>
              </a:solidFill>
              <a:latin typeface="Arial" panose="020B0604020202020204"/>
            </a:endParaRPr>
          </a:p>
        </p:txBody>
      </p:sp>
      <p:sp>
        <p:nvSpPr>
          <p:cNvPr id="108" name="PlaceHolder 2"/>
          <p:cNvSpPr>
            <a:spLocks noGrp="1"/>
          </p:cNvSpPr>
          <p:nvPr>
            <p:ph type="body"/>
          </p:nvPr>
        </p:nvSpPr>
        <p:spPr>
          <a:xfrm>
            <a:off x="609480" y="1604520"/>
            <a:ext cx="3533040" cy="1896840"/>
          </a:xfrm>
          <a:prstGeom prst="rect">
            <a:avLst/>
          </a:prstGeom>
        </p:spPr>
        <p:txBody>
          <a:bodyPr lIns="0" tIns="0" rIns="0" bIns="0">
            <a:normAutofit/>
          </a:bodyPr>
          <a:lstStyle/>
          <a:p>
            <a:endParaRPr lang="en-US" sz="1800" b="0" strike="noStrike" spc="-1">
              <a:solidFill>
                <a:srgbClr val="000000"/>
              </a:solidFill>
              <a:latin typeface="Arial" panose="020B0604020202020204"/>
            </a:endParaRPr>
          </a:p>
        </p:txBody>
      </p:sp>
      <p:sp>
        <p:nvSpPr>
          <p:cNvPr id="109" name="PlaceHolder 3"/>
          <p:cNvSpPr>
            <a:spLocks noGrp="1"/>
          </p:cNvSpPr>
          <p:nvPr>
            <p:ph type="body"/>
          </p:nvPr>
        </p:nvSpPr>
        <p:spPr>
          <a:xfrm>
            <a:off x="4319640" y="1604520"/>
            <a:ext cx="3533040" cy="1896840"/>
          </a:xfrm>
          <a:prstGeom prst="rect">
            <a:avLst/>
          </a:prstGeom>
        </p:spPr>
        <p:txBody>
          <a:bodyPr lIns="0" tIns="0" rIns="0" bIns="0">
            <a:normAutofit/>
          </a:bodyPr>
          <a:lstStyle/>
          <a:p>
            <a:endParaRPr lang="en-US" sz="1800" b="0" strike="noStrike" spc="-1">
              <a:solidFill>
                <a:srgbClr val="000000"/>
              </a:solidFill>
              <a:latin typeface="Arial" panose="020B0604020202020204"/>
            </a:endParaRPr>
          </a:p>
        </p:txBody>
      </p:sp>
      <p:sp>
        <p:nvSpPr>
          <p:cNvPr id="110" name="PlaceHolder 4"/>
          <p:cNvSpPr>
            <a:spLocks noGrp="1"/>
          </p:cNvSpPr>
          <p:nvPr>
            <p:ph type="body"/>
          </p:nvPr>
        </p:nvSpPr>
        <p:spPr>
          <a:xfrm>
            <a:off x="8029800" y="1604520"/>
            <a:ext cx="3533040" cy="1896840"/>
          </a:xfrm>
          <a:prstGeom prst="rect">
            <a:avLst/>
          </a:prstGeom>
        </p:spPr>
        <p:txBody>
          <a:bodyPr lIns="0" tIns="0" rIns="0" bIns="0">
            <a:normAutofit/>
          </a:bodyPr>
          <a:lstStyle/>
          <a:p>
            <a:endParaRPr lang="en-US" sz="1800" b="0" strike="noStrike" spc="-1">
              <a:solidFill>
                <a:srgbClr val="000000"/>
              </a:solidFill>
              <a:latin typeface="Arial" panose="020B0604020202020204"/>
            </a:endParaRPr>
          </a:p>
        </p:txBody>
      </p:sp>
      <p:sp>
        <p:nvSpPr>
          <p:cNvPr id="111" name="PlaceHolder 5"/>
          <p:cNvSpPr>
            <a:spLocks noGrp="1"/>
          </p:cNvSpPr>
          <p:nvPr>
            <p:ph type="body"/>
          </p:nvPr>
        </p:nvSpPr>
        <p:spPr>
          <a:xfrm>
            <a:off x="609480" y="3682080"/>
            <a:ext cx="3533040" cy="1896840"/>
          </a:xfrm>
          <a:prstGeom prst="rect">
            <a:avLst/>
          </a:prstGeom>
        </p:spPr>
        <p:txBody>
          <a:bodyPr lIns="0" tIns="0" rIns="0" bIns="0">
            <a:normAutofit/>
          </a:bodyPr>
          <a:lstStyle/>
          <a:p>
            <a:endParaRPr lang="en-US" sz="1800" b="0" strike="noStrike" spc="-1">
              <a:solidFill>
                <a:srgbClr val="000000"/>
              </a:solidFill>
              <a:latin typeface="Arial" panose="020B0604020202020204"/>
            </a:endParaRPr>
          </a:p>
        </p:txBody>
      </p:sp>
      <p:sp>
        <p:nvSpPr>
          <p:cNvPr id="112" name="PlaceHolder 6"/>
          <p:cNvSpPr>
            <a:spLocks noGrp="1"/>
          </p:cNvSpPr>
          <p:nvPr>
            <p:ph type="body"/>
          </p:nvPr>
        </p:nvSpPr>
        <p:spPr>
          <a:xfrm>
            <a:off x="4319640" y="3682080"/>
            <a:ext cx="3533040" cy="1896840"/>
          </a:xfrm>
          <a:prstGeom prst="rect">
            <a:avLst/>
          </a:prstGeom>
        </p:spPr>
        <p:txBody>
          <a:bodyPr lIns="0" tIns="0" rIns="0" bIns="0">
            <a:normAutofit/>
          </a:bodyPr>
          <a:lstStyle/>
          <a:p>
            <a:endParaRPr lang="en-US" sz="1800" b="0" strike="noStrike" spc="-1">
              <a:solidFill>
                <a:srgbClr val="000000"/>
              </a:solidFill>
              <a:latin typeface="Arial" panose="020B0604020202020204"/>
            </a:endParaRPr>
          </a:p>
        </p:txBody>
      </p:sp>
      <p:sp>
        <p:nvSpPr>
          <p:cNvPr id="113" name="PlaceHolder 7"/>
          <p:cNvSpPr>
            <a:spLocks noGrp="1"/>
          </p:cNvSpPr>
          <p:nvPr>
            <p:ph type="body"/>
          </p:nvPr>
        </p:nvSpPr>
        <p:spPr>
          <a:xfrm>
            <a:off x="8029800" y="3682080"/>
            <a:ext cx="3533040" cy="1896840"/>
          </a:xfrm>
          <a:prstGeom prst="rect">
            <a:avLst/>
          </a:prstGeom>
        </p:spPr>
        <p:txBody>
          <a:bodyPr lIns="0" tIns="0" rIns="0" bIns="0">
            <a:normAutofit/>
          </a:bodyPr>
          <a:lstStyle/>
          <a:p>
            <a:endParaRPr lang="en-US" sz="1800" b="0" strike="noStrike" spc="-1">
              <a:solidFill>
                <a:srgbClr val="000000"/>
              </a:solidFill>
              <a:latin typeface="Arial" panose="020B0604020202020204"/>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image" Target="../media/image1.pn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theme" Target="../theme/theme3.xml"/><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slideLayout" Target="../slideLayouts/slideLayout36.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0">
          <a:blip r:embed="rId14"/>
          <a:stretch>
            <a:fillRect/>
          </a:stretch>
        </a:blipFill>
        <a:effectLst/>
      </p:bgPr>
    </p:bg>
    <p:spTree>
      <p:nvGrpSpPr>
        <p:cNvPr id="1" name=""/>
        <p:cNvGrpSpPr/>
        <p:nvPr/>
      </p:nvGrpSpPr>
      <p:grpSpPr>
        <a:xfrm>
          <a:off x="0" y="0"/>
          <a:ext cx="0" cy="0"/>
          <a:chOff x="0" y="0"/>
          <a:chExt cx="0" cy="0"/>
        </a:xfrm>
      </p:grpSpPr>
      <p:sp>
        <p:nvSpPr>
          <p:cNvPr id="3" name="PlaceHolder 1"/>
          <p:cNvSpPr>
            <a:spLocks noGrp="1"/>
          </p:cNvSpPr>
          <p:nvPr>
            <p:ph type="title"/>
          </p:nvPr>
        </p:nvSpPr>
        <p:spPr>
          <a:xfrm>
            <a:off x="609480" y="273600"/>
            <a:ext cx="10972080" cy="1144440"/>
          </a:xfrm>
          <a:prstGeom prst="rect">
            <a:avLst/>
          </a:prstGeom>
        </p:spPr>
        <p:txBody>
          <a:bodyPr lIns="0" tIns="0" rIns="0" bIns="0" anchor="ctr">
            <a:noAutofit/>
          </a:bodyPr>
          <a:lstStyle/>
          <a:p>
            <a:r>
              <a:rPr lang="zh-CN" sz="1800" b="0" strike="noStrike" spc="-1">
                <a:solidFill>
                  <a:srgbClr val="000000"/>
                </a:solidFill>
                <a:latin typeface="Arial" panose="020B0604020202020204"/>
              </a:rPr>
              <a:t>点击鼠标编辑标题文字格式</a:t>
            </a:r>
            <a:endParaRPr lang="en-US" sz="1800" b="0" strike="noStrike" spc="-1">
              <a:solidFill>
                <a:srgbClr val="000000"/>
              </a:solidFill>
              <a:latin typeface="Arial" panose="020B0604020202020204"/>
            </a:endParaRPr>
          </a:p>
        </p:txBody>
      </p:sp>
      <p:sp>
        <p:nvSpPr>
          <p:cNvPr id="2" name="PlaceHolder 2"/>
          <p:cNvSpPr>
            <a:spLocks noGrp="1"/>
          </p:cNvSpPr>
          <p:nvPr>
            <p:ph type="body"/>
          </p:nvPr>
        </p:nvSpPr>
        <p:spPr>
          <a:xfrm>
            <a:off x="609480" y="1604520"/>
            <a:ext cx="10972440" cy="3977280"/>
          </a:xfrm>
          <a:prstGeom prst="rect">
            <a:avLst/>
          </a:prstGeom>
        </p:spPr>
        <p:txBody>
          <a:bodyPr lIns="0" tIns="0" rIns="0" bIns="0">
            <a:normAutofit/>
          </a:bodyPr>
          <a:lstStyle/>
          <a:p>
            <a:pPr marL="431800" indent="-323850">
              <a:spcBef>
                <a:spcPts val="1415"/>
              </a:spcBef>
              <a:buClr>
                <a:srgbClr val="000000"/>
              </a:buClr>
              <a:buSzPct val="45000"/>
              <a:buFont typeface="Wingdings" panose="05000000000000000000" pitchFamily="2" charset="2"/>
              <a:buChar char=""/>
            </a:pPr>
            <a:r>
              <a:rPr lang="zh-CN" sz="1800" b="0" strike="noStrike" spc="-1">
                <a:solidFill>
                  <a:srgbClr val="000000"/>
                </a:solidFill>
                <a:latin typeface="Arial" panose="020B0604020202020204"/>
              </a:rPr>
              <a:t>点击鼠标编辑大纲文字格式</a:t>
            </a:r>
            <a:endParaRPr lang="en-US" sz="1800" b="0" strike="noStrike" spc="-1">
              <a:solidFill>
                <a:srgbClr val="000000"/>
              </a:solidFill>
              <a:latin typeface="Arial" panose="020B0604020202020204"/>
            </a:endParaRPr>
          </a:p>
          <a:p>
            <a:pPr marL="864235" lvl="1" indent="-323850">
              <a:spcBef>
                <a:spcPts val="1135"/>
              </a:spcBef>
              <a:buClr>
                <a:srgbClr val="000000"/>
              </a:buClr>
              <a:buSzPct val="75000"/>
              <a:buFont typeface="Symbol" panose="05050102010706020507" charset="2"/>
              <a:buChar char=""/>
            </a:pPr>
            <a:r>
              <a:rPr lang="zh-CN" sz="1800" b="0" strike="noStrike" spc="-1">
                <a:solidFill>
                  <a:srgbClr val="000000"/>
                </a:solidFill>
                <a:latin typeface="Arial" panose="020B0604020202020204"/>
              </a:rPr>
              <a:t>第二个大纲级</a:t>
            </a:r>
            <a:endParaRPr lang="en-US" sz="1800" b="0" strike="noStrike" spc="-1">
              <a:solidFill>
                <a:srgbClr val="000000"/>
              </a:solidFill>
              <a:latin typeface="Arial" panose="020B0604020202020204"/>
            </a:endParaRPr>
          </a:p>
          <a:p>
            <a:pPr marL="1296035" lvl="2" indent="-288290">
              <a:spcBef>
                <a:spcPts val="850"/>
              </a:spcBef>
              <a:buClr>
                <a:srgbClr val="000000"/>
              </a:buClr>
              <a:buSzPct val="45000"/>
              <a:buFont typeface="Wingdings" panose="05000000000000000000" pitchFamily="2" charset="2"/>
              <a:buChar char=""/>
            </a:pPr>
            <a:r>
              <a:rPr lang="zh-CN" sz="1800" b="0" strike="noStrike" spc="-1">
                <a:solidFill>
                  <a:srgbClr val="000000"/>
                </a:solidFill>
                <a:latin typeface="Arial" panose="020B0604020202020204"/>
              </a:rPr>
              <a:t>第三大纲级别</a:t>
            </a:r>
            <a:endParaRPr lang="en-US" sz="1800" b="0" strike="noStrike" spc="-1">
              <a:solidFill>
                <a:srgbClr val="000000"/>
              </a:solidFill>
              <a:latin typeface="Arial" panose="020B0604020202020204"/>
            </a:endParaRPr>
          </a:p>
          <a:p>
            <a:pPr marL="1727835" lvl="3" indent="-215900">
              <a:spcBef>
                <a:spcPts val="565"/>
              </a:spcBef>
              <a:buClr>
                <a:srgbClr val="000000"/>
              </a:buClr>
              <a:buSzPct val="75000"/>
              <a:buFont typeface="Symbol" panose="05050102010706020507" charset="2"/>
              <a:buChar char=""/>
            </a:pPr>
            <a:r>
              <a:rPr lang="zh-CN" sz="1800" b="0" strike="noStrike" spc="-1">
                <a:solidFill>
                  <a:srgbClr val="000000"/>
                </a:solidFill>
                <a:latin typeface="Arial" panose="020B0604020202020204"/>
              </a:rPr>
              <a:t>第四大纲级别</a:t>
            </a:r>
            <a:endParaRPr lang="en-US" sz="1800" b="0" strike="noStrike" spc="-1">
              <a:solidFill>
                <a:srgbClr val="000000"/>
              </a:solidFill>
              <a:latin typeface="Arial" panose="020B0604020202020204"/>
            </a:endParaRPr>
          </a:p>
          <a:p>
            <a:pPr marL="2160270" lvl="4" indent="-215900">
              <a:spcBef>
                <a:spcPts val="285"/>
              </a:spcBef>
              <a:buClr>
                <a:srgbClr val="000000"/>
              </a:buClr>
              <a:buSzPct val="45000"/>
              <a:buFont typeface="Wingdings" panose="05000000000000000000" pitchFamily="2" charset="2"/>
              <a:buChar char=""/>
            </a:pPr>
            <a:r>
              <a:rPr lang="zh-CN" sz="2000" b="0" strike="noStrike" spc="-1">
                <a:solidFill>
                  <a:srgbClr val="000000"/>
                </a:solidFill>
                <a:latin typeface="Arial" panose="020B0604020202020204"/>
              </a:rPr>
              <a:t>第五大纲级别</a:t>
            </a:r>
            <a:endParaRPr lang="en-US" sz="2000" b="0" strike="noStrike" spc="-1">
              <a:solidFill>
                <a:srgbClr val="000000"/>
              </a:solidFill>
              <a:latin typeface="Arial" panose="020B0604020202020204"/>
            </a:endParaRPr>
          </a:p>
          <a:p>
            <a:pPr marL="2592070" lvl="5" indent="-215900">
              <a:spcBef>
                <a:spcPts val="285"/>
              </a:spcBef>
              <a:buClr>
                <a:srgbClr val="000000"/>
              </a:buClr>
              <a:buSzPct val="45000"/>
              <a:buFont typeface="Wingdings" panose="05000000000000000000" pitchFamily="2" charset="2"/>
              <a:buChar char=""/>
            </a:pPr>
            <a:r>
              <a:rPr lang="zh-CN" sz="2000" b="0" strike="noStrike" spc="-1">
                <a:solidFill>
                  <a:srgbClr val="000000"/>
                </a:solidFill>
                <a:latin typeface="Arial" panose="020B0604020202020204"/>
              </a:rPr>
              <a:t>第六大纲级别</a:t>
            </a:r>
            <a:endParaRPr lang="en-US" sz="2000" b="0" strike="noStrike" spc="-1">
              <a:solidFill>
                <a:srgbClr val="000000"/>
              </a:solidFill>
              <a:latin typeface="Arial" panose="020B0604020202020204"/>
            </a:endParaRPr>
          </a:p>
          <a:p>
            <a:pPr marL="3023870" lvl="6" indent="-215900">
              <a:spcBef>
                <a:spcPts val="285"/>
              </a:spcBef>
              <a:buClr>
                <a:srgbClr val="000000"/>
              </a:buClr>
              <a:buSzPct val="45000"/>
              <a:buFont typeface="Wingdings" panose="05000000000000000000" pitchFamily="2" charset="2"/>
              <a:buChar char=""/>
            </a:pPr>
            <a:r>
              <a:rPr lang="zh-CN" sz="2000" b="0" strike="noStrike" spc="-1">
                <a:solidFill>
                  <a:srgbClr val="000000"/>
                </a:solidFill>
                <a:latin typeface="Arial" panose="020B0604020202020204"/>
              </a:rPr>
              <a:t>第七大纲级别</a:t>
            </a:r>
            <a:endParaRPr lang="en-US" sz="2000" b="0" strike="noStrike" spc="-1">
              <a:solidFill>
                <a:srgbClr val="000000"/>
              </a:solidFill>
              <a:latin typeface="Arial" panose="020B0604020202020204"/>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p:bodyStyle/>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rotWithShape="0">
          <a:blip r:embed="rId14"/>
          <a:stretch>
            <a:fillRect/>
          </a:stretch>
        </a:blipFill>
        <a:effectLst/>
      </p:bgPr>
    </p:bg>
    <p:spTree>
      <p:nvGrpSpPr>
        <p:cNvPr id="1" name=""/>
        <p:cNvGrpSpPr/>
        <p:nvPr/>
      </p:nvGrpSpPr>
      <p:grpSpPr>
        <a:xfrm>
          <a:off x="0" y="0"/>
          <a:ext cx="0" cy="0"/>
          <a:chOff x="0" y="0"/>
          <a:chExt cx="0" cy="0"/>
        </a:xfrm>
      </p:grpSpPr>
      <p:sp>
        <p:nvSpPr>
          <p:cNvPr id="38" name="PlaceHolder 1"/>
          <p:cNvSpPr>
            <a:spLocks noGrp="1"/>
          </p:cNvSpPr>
          <p:nvPr>
            <p:ph type="title"/>
          </p:nvPr>
        </p:nvSpPr>
        <p:spPr>
          <a:xfrm>
            <a:off x="609480" y="273600"/>
            <a:ext cx="10972440" cy="1144800"/>
          </a:xfrm>
          <a:prstGeom prst="rect">
            <a:avLst/>
          </a:prstGeom>
        </p:spPr>
        <p:txBody>
          <a:bodyPr lIns="0" tIns="0" rIns="0" bIns="0" anchor="ctr">
            <a:noAutofit/>
          </a:bodyPr>
          <a:lstStyle/>
          <a:p>
            <a:r>
              <a:rPr lang="zh-CN" sz="1800" b="0" strike="noStrike" spc="-1">
                <a:solidFill>
                  <a:srgbClr val="000000"/>
                </a:solidFill>
                <a:latin typeface="Arial" panose="020B0604020202020204"/>
              </a:rPr>
              <a:t>点击鼠标编辑标题文字格式</a:t>
            </a:r>
            <a:endParaRPr lang="en-US" sz="1800" b="0" strike="noStrike" spc="-1">
              <a:solidFill>
                <a:srgbClr val="000000"/>
              </a:solidFill>
              <a:latin typeface="Arial" panose="020B0604020202020204"/>
            </a:endParaRPr>
          </a:p>
        </p:txBody>
      </p:sp>
      <p:sp>
        <p:nvSpPr>
          <p:cNvPr id="39" name="PlaceHolder 2"/>
          <p:cNvSpPr>
            <a:spLocks noGrp="1"/>
          </p:cNvSpPr>
          <p:nvPr>
            <p:ph type="body"/>
          </p:nvPr>
        </p:nvSpPr>
        <p:spPr>
          <a:xfrm>
            <a:off x="609480" y="1604520"/>
            <a:ext cx="10972440" cy="3977280"/>
          </a:xfrm>
          <a:prstGeom prst="rect">
            <a:avLst/>
          </a:prstGeom>
        </p:spPr>
        <p:txBody>
          <a:bodyPr lIns="0" tIns="0" rIns="0" bIns="0">
            <a:normAutofit/>
          </a:bodyPr>
          <a:lstStyle/>
          <a:p>
            <a:pPr marL="431800" indent="-323850">
              <a:spcBef>
                <a:spcPts val="1415"/>
              </a:spcBef>
              <a:buClr>
                <a:srgbClr val="000000"/>
              </a:buClr>
              <a:buSzPct val="45000"/>
              <a:buFont typeface="Wingdings" panose="05000000000000000000" pitchFamily="2" charset="2"/>
              <a:buChar char=""/>
            </a:pPr>
            <a:r>
              <a:rPr lang="zh-CN" sz="1800" b="0" strike="noStrike" spc="-1">
                <a:solidFill>
                  <a:srgbClr val="000000"/>
                </a:solidFill>
                <a:latin typeface="Arial" panose="020B0604020202020204"/>
              </a:rPr>
              <a:t>点击鼠标编辑大纲文字格式</a:t>
            </a:r>
            <a:endParaRPr lang="en-US" sz="1800" b="0" strike="noStrike" spc="-1">
              <a:solidFill>
                <a:srgbClr val="000000"/>
              </a:solidFill>
              <a:latin typeface="Arial" panose="020B0604020202020204"/>
            </a:endParaRPr>
          </a:p>
          <a:p>
            <a:pPr marL="864235" lvl="1" indent="-323850">
              <a:spcBef>
                <a:spcPts val="1135"/>
              </a:spcBef>
              <a:buClr>
                <a:srgbClr val="000000"/>
              </a:buClr>
              <a:buSzPct val="75000"/>
              <a:buFont typeface="Symbol" panose="05050102010706020507" charset="2"/>
              <a:buChar char=""/>
            </a:pPr>
            <a:r>
              <a:rPr lang="zh-CN" sz="1800" b="0" strike="noStrike" spc="-1">
                <a:solidFill>
                  <a:srgbClr val="000000"/>
                </a:solidFill>
                <a:latin typeface="Arial" panose="020B0604020202020204"/>
              </a:rPr>
              <a:t>第二个大纲级</a:t>
            </a:r>
            <a:endParaRPr lang="en-US" sz="1800" b="0" strike="noStrike" spc="-1">
              <a:solidFill>
                <a:srgbClr val="000000"/>
              </a:solidFill>
              <a:latin typeface="Arial" panose="020B0604020202020204"/>
            </a:endParaRPr>
          </a:p>
          <a:p>
            <a:pPr marL="1296035" lvl="2" indent="-288290">
              <a:spcBef>
                <a:spcPts val="850"/>
              </a:spcBef>
              <a:buClr>
                <a:srgbClr val="000000"/>
              </a:buClr>
              <a:buSzPct val="45000"/>
              <a:buFont typeface="Wingdings" panose="05000000000000000000" pitchFamily="2" charset="2"/>
              <a:buChar char=""/>
            </a:pPr>
            <a:r>
              <a:rPr lang="zh-CN" sz="1800" b="0" strike="noStrike" spc="-1">
                <a:solidFill>
                  <a:srgbClr val="000000"/>
                </a:solidFill>
                <a:latin typeface="Arial" panose="020B0604020202020204"/>
              </a:rPr>
              <a:t>第三大纲级别</a:t>
            </a:r>
            <a:endParaRPr lang="en-US" sz="1800" b="0" strike="noStrike" spc="-1">
              <a:solidFill>
                <a:srgbClr val="000000"/>
              </a:solidFill>
              <a:latin typeface="Arial" panose="020B0604020202020204"/>
            </a:endParaRPr>
          </a:p>
          <a:p>
            <a:pPr marL="1727835" lvl="3" indent="-215900">
              <a:spcBef>
                <a:spcPts val="565"/>
              </a:spcBef>
              <a:buClr>
                <a:srgbClr val="000000"/>
              </a:buClr>
              <a:buSzPct val="75000"/>
              <a:buFont typeface="Symbol" panose="05050102010706020507" charset="2"/>
              <a:buChar char=""/>
            </a:pPr>
            <a:r>
              <a:rPr lang="zh-CN" sz="1800" b="0" strike="noStrike" spc="-1">
                <a:solidFill>
                  <a:srgbClr val="000000"/>
                </a:solidFill>
                <a:latin typeface="Arial" panose="020B0604020202020204"/>
              </a:rPr>
              <a:t>第四大纲级别</a:t>
            </a:r>
            <a:endParaRPr lang="en-US" sz="1800" b="0" strike="noStrike" spc="-1">
              <a:solidFill>
                <a:srgbClr val="000000"/>
              </a:solidFill>
              <a:latin typeface="Arial" panose="020B0604020202020204"/>
            </a:endParaRPr>
          </a:p>
          <a:p>
            <a:pPr marL="2160270" lvl="4" indent="-215900">
              <a:spcBef>
                <a:spcPts val="285"/>
              </a:spcBef>
              <a:buClr>
                <a:srgbClr val="000000"/>
              </a:buClr>
              <a:buSzPct val="45000"/>
              <a:buFont typeface="Wingdings" panose="05000000000000000000" pitchFamily="2" charset="2"/>
              <a:buChar char=""/>
            </a:pPr>
            <a:r>
              <a:rPr lang="zh-CN" sz="2000" b="0" strike="noStrike" spc="-1">
                <a:solidFill>
                  <a:srgbClr val="000000"/>
                </a:solidFill>
                <a:latin typeface="Arial" panose="020B0604020202020204"/>
              </a:rPr>
              <a:t>第五大纲级别</a:t>
            </a:r>
            <a:endParaRPr lang="en-US" sz="2000" b="0" strike="noStrike" spc="-1">
              <a:solidFill>
                <a:srgbClr val="000000"/>
              </a:solidFill>
              <a:latin typeface="Arial" panose="020B0604020202020204"/>
            </a:endParaRPr>
          </a:p>
          <a:p>
            <a:pPr marL="2592070" lvl="5" indent="-215900">
              <a:spcBef>
                <a:spcPts val="285"/>
              </a:spcBef>
              <a:buClr>
                <a:srgbClr val="000000"/>
              </a:buClr>
              <a:buSzPct val="45000"/>
              <a:buFont typeface="Wingdings" panose="05000000000000000000" pitchFamily="2" charset="2"/>
              <a:buChar char=""/>
            </a:pPr>
            <a:r>
              <a:rPr lang="zh-CN" sz="2000" b="0" strike="noStrike" spc="-1">
                <a:solidFill>
                  <a:srgbClr val="000000"/>
                </a:solidFill>
                <a:latin typeface="Arial" panose="020B0604020202020204"/>
              </a:rPr>
              <a:t>第六大纲级别</a:t>
            </a:r>
            <a:endParaRPr lang="en-US" sz="2000" b="0" strike="noStrike" spc="-1">
              <a:solidFill>
                <a:srgbClr val="000000"/>
              </a:solidFill>
              <a:latin typeface="Arial" panose="020B0604020202020204"/>
            </a:endParaRPr>
          </a:p>
          <a:p>
            <a:pPr marL="3023870" lvl="6" indent="-215900">
              <a:spcBef>
                <a:spcPts val="285"/>
              </a:spcBef>
              <a:buClr>
                <a:srgbClr val="000000"/>
              </a:buClr>
              <a:buSzPct val="45000"/>
              <a:buFont typeface="Wingdings" panose="05000000000000000000" pitchFamily="2" charset="2"/>
              <a:buChar char=""/>
            </a:pPr>
            <a:r>
              <a:rPr lang="zh-CN" sz="2000" b="0" strike="noStrike" spc="-1">
                <a:solidFill>
                  <a:srgbClr val="000000"/>
                </a:solidFill>
                <a:latin typeface="Arial" panose="020B0604020202020204"/>
              </a:rPr>
              <a:t>第七大纲级别</a:t>
            </a:r>
            <a:endParaRPr lang="en-US" sz="2000" b="0" strike="noStrike" spc="-1">
              <a:solidFill>
                <a:srgbClr val="000000"/>
              </a:solidFill>
              <a:latin typeface="Arial" panose="020B0604020202020204"/>
            </a:endParaRPr>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txStyles>
    <p:titleStyle/>
    <p:bodyStyle/>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blipFill rotWithShape="0">
          <a:blip r:embed="rId14"/>
          <a:stretch>
            <a:fillRect/>
          </a:stretch>
        </a:blipFill>
        <a:effectLst/>
      </p:bgPr>
    </p:bg>
    <p:spTree>
      <p:nvGrpSpPr>
        <p:cNvPr id="1" name=""/>
        <p:cNvGrpSpPr/>
        <p:nvPr/>
      </p:nvGrpSpPr>
      <p:grpSpPr>
        <a:xfrm>
          <a:off x="0" y="0"/>
          <a:ext cx="0" cy="0"/>
          <a:chOff x="0" y="0"/>
          <a:chExt cx="0" cy="0"/>
        </a:xfrm>
      </p:grpSpPr>
      <p:sp>
        <p:nvSpPr>
          <p:cNvPr id="76" name="PlaceHolder 1"/>
          <p:cNvSpPr>
            <a:spLocks noGrp="1"/>
          </p:cNvSpPr>
          <p:nvPr>
            <p:ph type="title"/>
          </p:nvPr>
        </p:nvSpPr>
        <p:spPr>
          <a:xfrm>
            <a:off x="609480" y="273600"/>
            <a:ext cx="10972440" cy="1144800"/>
          </a:xfrm>
          <a:prstGeom prst="rect">
            <a:avLst/>
          </a:prstGeom>
        </p:spPr>
        <p:txBody>
          <a:bodyPr lIns="0" tIns="0" rIns="0" bIns="0" anchor="ctr">
            <a:noAutofit/>
          </a:bodyPr>
          <a:lstStyle/>
          <a:p>
            <a:r>
              <a:rPr lang="zh-CN" sz="1800" b="0" strike="noStrike" spc="-1">
                <a:solidFill>
                  <a:srgbClr val="000000"/>
                </a:solidFill>
                <a:latin typeface="Arial" panose="020B0604020202020204"/>
              </a:rPr>
              <a:t>点击鼠标编辑标题文字格式</a:t>
            </a:r>
            <a:endParaRPr lang="en-US" sz="1800" b="0" strike="noStrike" spc="-1">
              <a:solidFill>
                <a:srgbClr val="000000"/>
              </a:solidFill>
              <a:latin typeface="Arial" panose="020B0604020202020204"/>
            </a:endParaRPr>
          </a:p>
        </p:txBody>
      </p:sp>
      <p:sp>
        <p:nvSpPr>
          <p:cNvPr id="77" name="PlaceHolder 2"/>
          <p:cNvSpPr>
            <a:spLocks noGrp="1"/>
          </p:cNvSpPr>
          <p:nvPr>
            <p:ph type="body"/>
          </p:nvPr>
        </p:nvSpPr>
        <p:spPr>
          <a:xfrm>
            <a:off x="609480" y="1604520"/>
            <a:ext cx="10972440" cy="3977280"/>
          </a:xfrm>
          <a:prstGeom prst="rect">
            <a:avLst/>
          </a:prstGeom>
        </p:spPr>
        <p:txBody>
          <a:bodyPr lIns="0" tIns="0" rIns="0" bIns="0">
            <a:normAutofit/>
          </a:bodyPr>
          <a:lstStyle/>
          <a:p>
            <a:pPr marL="431800" indent="-323850">
              <a:spcBef>
                <a:spcPts val="1415"/>
              </a:spcBef>
              <a:buClr>
                <a:srgbClr val="000000"/>
              </a:buClr>
              <a:buSzPct val="45000"/>
              <a:buFont typeface="Wingdings" panose="05000000000000000000" pitchFamily="2" charset="2"/>
              <a:buChar char=""/>
            </a:pPr>
            <a:r>
              <a:rPr lang="zh-CN" sz="1800" b="0" strike="noStrike" spc="-1">
                <a:solidFill>
                  <a:srgbClr val="000000"/>
                </a:solidFill>
                <a:latin typeface="Arial" panose="020B0604020202020204"/>
              </a:rPr>
              <a:t>点击鼠标编辑大纲文字格式</a:t>
            </a:r>
            <a:endParaRPr lang="en-US" sz="1800" b="0" strike="noStrike" spc="-1">
              <a:solidFill>
                <a:srgbClr val="000000"/>
              </a:solidFill>
              <a:latin typeface="Arial" panose="020B0604020202020204"/>
            </a:endParaRPr>
          </a:p>
          <a:p>
            <a:pPr marL="864235" lvl="1" indent="-323850">
              <a:spcBef>
                <a:spcPts val="1135"/>
              </a:spcBef>
              <a:buClr>
                <a:srgbClr val="000000"/>
              </a:buClr>
              <a:buSzPct val="75000"/>
              <a:buFont typeface="Symbol" panose="05050102010706020507" charset="2"/>
              <a:buChar char=""/>
            </a:pPr>
            <a:r>
              <a:rPr lang="zh-CN" sz="1800" b="0" strike="noStrike" spc="-1">
                <a:solidFill>
                  <a:srgbClr val="000000"/>
                </a:solidFill>
                <a:latin typeface="Arial" panose="020B0604020202020204"/>
              </a:rPr>
              <a:t>第二个大纲级</a:t>
            </a:r>
            <a:endParaRPr lang="en-US" sz="1800" b="0" strike="noStrike" spc="-1">
              <a:solidFill>
                <a:srgbClr val="000000"/>
              </a:solidFill>
              <a:latin typeface="Arial" panose="020B0604020202020204"/>
            </a:endParaRPr>
          </a:p>
          <a:p>
            <a:pPr marL="1296035" lvl="2" indent="-288290">
              <a:spcBef>
                <a:spcPts val="850"/>
              </a:spcBef>
              <a:buClr>
                <a:srgbClr val="000000"/>
              </a:buClr>
              <a:buSzPct val="45000"/>
              <a:buFont typeface="Wingdings" panose="05000000000000000000" pitchFamily="2" charset="2"/>
              <a:buChar char=""/>
            </a:pPr>
            <a:r>
              <a:rPr lang="zh-CN" sz="1800" b="0" strike="noStrike" spc="-1">
                <a:solidFill>
                  <a:srgbClr val="000000"/>
                </a:solidFill>
                <a:latin typeface="Arial" panose="020B0604020202020204"/>
              </a:rPr>
              <a:t>第三大纲级别</a:t>
            </a:r>
            <a:endParaRPr lang="en-US" sz="1800" b="0" strike="noStrike" spc="-1">
              <a:solidFill>
                <a:srgbClr val="000000"/>
              </a:solidFill>
              <a:latin typeface="Arial" panose="020B0604020202020204"/>
            </a:endParaRPr>
          </a:p>
          <a:p>
            <a:pPr marL="1727835" lvl="3" indent="-215900">
              <a:spcBef>
                <a:spcPts val="565"/>
              </a:spcBef>
              <a:buClr>
                <a:srgbClr val="000000"/>
              </a:buClr>
              <a:buSzPct val="75000"/>
              <a:buFont typeface="Symbol" panose="05050102010706020507" charset="2"/>
              <a:buChar char=""/>
            </a:pPr>
            <a:r>
              <a:rPr lang="zh-CN" sz="1800" b="0" strike="noStrike" spc="-1">
                <a:solidFill>
                  <a:srgbClr val="000000"/>
                </a:solidFill>
                <a:latin typeface="Arial" panose="020B0604020202020204"/>
              </a:rPr>
              <a:t>第四大纲级别</a:t>
            </a:r>
            <a:endParaRPr lang="en-US" sz="1800" b="0" strike="noStrike" spc="-1">
              <a:solidFill>
                <a:srgbClr val="000000"/>
              </a:solidFill>
              <a:latin typeface="Arial" panose="020B0604020202020204"/>
            </a:endParaRPr>
          </a:p>
          <a:p>
            <a:pPr marL="2160270" lvl="4" indent="-215900">
              <a:spcBef>
                <a:spcPts val="285"/>
              </a:spcBef>
              <a:buClr>
                <a:srgbClr val="000000"/>
              </a:buClr>
              <a:buSzPct val="45000"/>
              <a:buFont typeface="Wingdings" panose="05000000000000000000" pitchFamily="2" charset="2"/>
              <a:buChar char=""/>
            </a:pPr>
            <a:r>
              <a:rPr lang="zh-CN" sz="2000" b="0" strike="noStrike" spc="-1">
                <a:solidFill>
                  <a:srgbClr val="000000"/>
                </a:solidFill>
                <a:latin typeface="Arial" panose="020B0604020202020204"/>
              </a:rPr>
              <a:t>第五大纲级别</a:t>
            </a:r>
            <a:endParaRPr lang="en-US" sz="2000" b="0" strike="noStrike" spc="-1">
              <a:solidFill>
                <a:srgbClr val="000000"/>
              </a:solidFill>
              <a:latin typeface="Arial" panose="020B0604020202020204"/>
            </a:endParaRPr>
          </a:p>
          <a:p>
            <a:pPr marL="2592070" lvl="5" indent="-215900">
              <a:spcBef>
                <a:spcPts val="285"/>
              </a:spcBef>
              <a:buClr>
                <a:srgbClr val="000000"/>
              </a:buClr>
              <a:buSzPct val="45000"/>
              <a:buFont typeface="Wingdings" panose="05000000000000000000" pitchFamily="2" charset="2"/>
              <a:buChar char=""/>
            </a:pPr>
            <a:r>
              <a:rPr lang="zh-CN" sz="2000" b="0" strike="noStrike" spc="-1">
                <a:solidFill>
                  <a:srgbClr val="000000"/>
                </a:solidFill>
                <a:latin typeface="Arial" panose="020B0604020202020204"/>
              </a:rPr>
              <a:t>第六大纲级别</a:t>
            </a:r>
            <a:endParaRPr lang="en-US" sz="2000" b="0" strike="noStrike" spc="-1">
              <a:solidFill>
                <a:srgbClr val="000000"/>
              </a:solidFill>
              <a:latin typeface="Arial" panose="020B0604020202020204"/>
            </a:endParaRPr>
          </a:p>
          <a:p>
            <a:pPr marL="3023870" lvl="6" indent="-215900">
              <a:spcBef>
                <a:spcPts val="285"/>
              </a:spcBef>
              <a:buClr>
                <a:srgbClr val="000000"/>
              </a:buClr>
              <a:buSzPct val="45000"/>
              <a:buFont typeface="Wingdings" panose="05000000000000000000" pitchFamily="2" charset="2"/>
              <a:buChar char=""/>
            </a:pPr>
            <a:r>
              <a:rPr lang="zh-CN" sz="2000" b="0" strike="noStrike" spc="-1">
                <a:solidFill>
                  <a:srgbClr val="000000"/>
                </a:solidFill>
                <a:latin typeface="Arial" panose="020B0604020202020204"/>
              </a:rPr>
              <a:t>第七大纲级别</a:t>
            </a:r>
            <a:endParaRPr lang="en-US" sz="2000" b="0" strike="noStrike" spc="-1">
              <a:solidFill>
                <a:srgbClr val="000000"/>
              </a:solidFill>
              <a:latin typeface="Arial" panose="020B0604020202020204"/>
            </a:endParaRPr>
          </a:p>
        </p:txBody>
      </p:sp>
    </p:spTree>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Lst>
  <p:txStyles>
    <p:titleStyle/>
    <p:bodyStyle/>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13.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13.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13.xml"/><Relationship Id="rId5" Type="http://schemas.openxmlformats.org/officeDocument/2006/relationships/image" Target="../media/image14.png"/><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3.xml"/><Relationship Id="rId1" Type="http://schemas.openxmlformats.org/officeDocument/2006/relationships/tags" Target="../tags/tag2.xml"/><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13.xml"/><Relationship Id="rId4" Type="http://schemas.openxmlformats.org/officeDocument/2006/relationships/image" Target="../media/image17.png"/></Relationships>
</file>

<file path=ppt/slides/_rels/slide12.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18.png"/><Relationship Id="rId7" Type="http://schemas.openxmlformats.org/officeDocument/2006/relationships/image" Target="../media/image22.png"/><Relationship Id="rId2" Type="http://schemas.openxmlformats.org/officeDocument/2006/relationships/notesSlide" Target="../notesSlides/notesSlide10.xml"/><Relationship Id="rId1" Type="http://schemas.openxmlformats.org/officeDocument/2006/relationships/slideLayout" Target="../slideLayouts/slideLayout13.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1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1.xml"/><Relationship Id="rId1" Type="http://schemas.openxmlformats.org/officeDocument/2006/relationships/slideLayout" Target="../slideLayouts/slideLayout13.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1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2.xml"/><Relationship Id="rId1" Type="http://schemas.openxmlformats.org/officeDocument/2006/relationships/slideLayout" Target="../slideLayouts/slideLayout13.xml"/><Relationship Id="rId4" Type="http://schemas.openxmlformats.org/officeDocument/2006/relationships/image" Target="../media/image29.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4.xml"/><Relationship Id="rId1" Type="http://schemas.openxmlformats.org/officeDocument/2006/relationships/slideLayout" Target="../slideLayouts/slideLayout13.xml"/><Relationship Id="rId5" Type="http://schemas.openxmlformats.org/officeDocument/2006/relationships/image" Target="../media/image32.png"/><Relationship Id="rId4" Type="http://schemas.openxmlformats.org/officeDocument/2006/relationships/image" Target="../media/image31.png"/></Relationships>
</file>

<file path=ppt/slides/_rels/slide1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5.xml"/><Relationship Id="rId1" Type="http://schemas.openxmlformats.org/officeDocument/2006/relationships/slideLayout" Target="../slideLayouts/slideLayout13.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s>
</file>

<file path=ppt/slides/_rels/slide18.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7.xml"/><Relationship Id="rId1" Type="http://schemas.openxmlformats.org/officeDocument/2006/relationships/slideLayout" Target="../slideLayouts/slideLayout13.xml"/><Relationship Id="rId5" Type="http://schemas.openxmlformats.org/officeDocument/2006/relationships/image" Target="../media/image40.png"/><Relationship Id="rId4" Type="http://schemas.openxmlformats.org/officeDocument/2006/relationships/image" Target="../media/image3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5.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 name="CustomShape 1"/>
          <p:cNvSpPr/>
          <p:nvPr/>
        </p:nvSpPr>
        <p:spPr>
          <a:xfrm>
            <a:off x="1992600" y="2367360"/>
            <a:ext cx="8741520" cy="1445096"/>
          </a:xfrm>
          <a:prstGeom prst="rect">
            <a:avLst/>
          </a:prstGeom>
          <a:noFill/>
          <a:ln>
            <a:noFill/>
          </a:ln>
        </p:spPr>
        <p:style>
          <a:lnRef idx="0">
            <a:srgbClr val="FFFFFF"/>
          </a:lnRef>
          <a:fillRef idx="0">
            <a:srgbClr val="FFFFFF"/>
          </a:fillRef>
          <a:effectRef idx="0">
            <a:srgbClr val="FFFFFF"/>
          </a:effectRef>
          <a:fontRef idx="minor"/>
        </p:style>
        <p:txBody>
          <a:bodyPr lIns="90000" tIns="45000" rIns="90000" bIns="45000">
            <a:spAutoFit/>
          </a:bodyPr>
          <a:lstStyle/>
          <a:p>
            <a:pPr algn="ctr"/>
            <a:r>
              <a:rPr lang="zh-CN" altLang="en-US" sz="4400" b="1" dirty="0">
                <a:solidFill>
                  <a:srgbClr val="5CB2D9"/>
                </a:solidFill>
              </a:rPr>
              <a:t>基于局部梯度能量的动态场景</a:t>
            </a:r>
            <a:r>
              <a:rPr lang="en-US" altLang="zh-CN" sz="4400" b="1" dirty="0">
                <a:solidFill>
                  <a:srgbClr val="5CB2D9"/>
                </a:solidFill>
              </a:rPr>
              <a:t>SLAM</a:t>
            </a:r>
            <a:r>
              <a:rPr lang="zh-CN" altLang="en-US" sz="4400" b="1" dirty="0">
                <a:solidFill>
                  <a:srgbClr val="5CB2D9"/>
                </a:solidFill>
              </a:rPr>
              <a:t>建图方法研究</a:t>
            </a:r>
            <a:endParaRPr lang="zh-CN" altLang="en-US" sz="4400" dirty="0">
              <a:solidFill>
                <a:srgbClr val="5CB2D9"/>
              </a:solidFill>
            </a:endParaRPr>
          </a:p>
        </p:txBody>
      </p:sp>
      <p:grpSp>
        <p:nvGrpSpPr>
          <p:cNvPr id="121" name="Group 2"/>
          <p:cNvGrpSpPr/>
          <p:nvPr/>
        </p:nvGrpSpPr>
        <p:grpSpPr>
          <a:xfrm>
            <a:off x="4230000" y="3999240"/>
            <a:ext cx="3846960" cy="358560"/>
            <a:chOff x="4230000" y="3999240"/>
            <a:chExt cx="3846960" cy="358560"/>
          </a:xfrm>
        </p:grpSpPr>
        <p:sp>
          <p:nvSpPr>
            <p:cNvPr id="122" name="Line 3"/>
            <p:cNvSpPr/>
            <p:nvPr/>
          </p:nvSpPr>
          <p:spPr>
            <a:xfrm>
              <a:off x="4230000" y="3999240"/>
              <a:ext cx="3846960" cy="0"/>
            </a:xfrm>
            <a:prstGeom prst="line">
              <a:avLst/>
            </a:prstGeom>
            <a:ln w="25560">
              <a:solidFill>
                <a:srgbClr val="044875"/>
              </a:solidFill>
              <a:miter/>
            </a:ln>
          </p:spPr>
          <p:style>
            <a:lnRef idx="0">
              <a:srgbClr val="FFFFFF"/>
            </a:lnRef>
            <a:fillRef idx="0">
              <a:srgbClr val="FFFFFF"/>
            </a:fillRef>
            <a:effectRef idx="0">
              <a:srgbClr val="FFFFFF"/>
            </a:effectRef>
            <a:fontRef idx="minor"/>
          </p:style>
        </p:sp>
        <p:sp>
          <p:nvSpPr>
            <p:cNvPr id="123" name="CustomShape 4"/>
            <p:cNvSpPr/>
            <p:nvPr/>
          </p:nvSpPr>
          <p:spPr>
            <a:xfrm flipV="1">
              <a:off x="5948280" y="4003560"/>
              <a:ext cx="409320" cy="353880"/>
            </a:xfrm>
            <a:prstGeom prst="triangle">
              <a:avLst>
                <a:gd name="adj" fmla="val 50000"/>
              </a:avLst>
            </a:prstGeom>
            <a:solidFill>
              <a:srgbClr val="044875"/>
            </a:solidFill>
            <a:ln w="25560">
              <a:noFill/>
            </a:ln>
          </p:spPr>
          <p:style>
            <a:lnRef idx="0">
              <a:srgbClr val="FFFFFF"/>
            </a:lnRef>
            <a:fillRef idx="0">
              <a:srgbClr val="FFFFFF"/>
            </a:fillRef>
            <a:effectRef idx="0">
              <a:srgbClr val="FFFFFF"/>
            </a:effectRef>
            <a:fontRef idx="minor"/>
          </p:style>
        </p:sp>
      </p:grpSp>
      <p:sp>
        <p:nvSpPr>
          <p:cNvPr id="124" name="CustomShape 5"/>
          <p:cNvSpPr/>
          <p:nvPr/>
        </p:nvSpPr>
        <p:spPr>
          <a:xfrm>
            <a:off x="757230" y="5087967"/>
            <a:ext cx="10143570" cy="952653"/>
          </a:xfrm>
          <a:prstGeom prst="rect">
            <a:avLst/>
          </a:prstGeom>
          <a:noFill/>
          <a:ln>
            <a:noFill/>
          </a:ln>
        </p:spPr>
        <p:style>
          <a:lnRef idx="0">
            <a:srgbClr val="FFFFFF"/>
          </a:lnRef>
          <a:fillRef idx="0">
            <a:srgbClr val="FFFFFF"/>
          </a:fillRef>
          <a:effectRef idx="0">
            <a:srgbClr val="FFFFFF"/>
          </a:effectRef>
          <a:fontRef idx="minor"/>
        </p:style>
        <p:txBody>
          <a:bodyPr wrap="square" lIns="90000" tIns="45000" rIns="90000" bIns="45000">
            <a:spAutoFit/>
          </a:bodyPr>
          <a:lstStyle/>
          <a:p>
            <a:pPr algn="ctr">
              <a:tabLst>
                <a:tab pos="0" algn="l"/>
              </a:tabLst>
            </a:pPr>
            <a:r>
              <a:rPr lang="zh-CN" sz="2800" b="0" strike="noStrike" spc="-1" dirty="0">
                <a:solidFill>
                  <a:srgbClr val="044875"/>
                </a:solidFill>
                <a:latin typeface="微软雅黑" panose="020B0503020204020204" charset="-122"/>
                <a:ea typeface="微软雅黑" panose="020B0503020204020204" charset="-122"/>
              </a:rPr>
              <a:t>答辩人：</a:t>
            </a:r>
            <a:r>
              <a:rPr lang="zh-CN" altLang="en-US" sz="2800" spc="-1" dirty="0">
                <a:solidFill>
                  <a:srgbClr val="044875"/>
                </a:solidFill>
                <a:latin typeface="微软雅黑" panose="020B0503020204020204" charset="-122"/>
                <a:ea typeface="微软雅黑" panose="020B0503020204020204" charset="-122"/>
              </a:rPr>
              <a:t>李海军       指导老师：王小刚       </a:t>
            </a:r>
            <a:r>
              <a:rPr lang="zh-CN" altLang="zh-CN" sz="2800" spc="-1" dirty="0">
                <a:solidFill>
                  <a:srgbClr val="044875"/>
                </a:solidFill>
                <a:latin typeface="微软雅黑" panose="020B0503020204020204" charset="-122"/>
                <a:ea typeface="微软雅黑" panose="020B0503020204020204" charset="-122"/>
              </a:rPr>
              <a:t>专业：</a:t>
            </a:r>
            <a:r>
              <a:rPr lang="zh-CN" altLang="en-US" sz="2800" spc="-1" dirty="0">
                <a:solidFill>
                  <a:srgbClr val="044875"/>
                </a:solidFill>
                <a:latin typeface="微软雅黑" panose="020B0503020204020204" charset="-122"/>
                <a:ea typeface="微软雅黑" panose="020B0503020204020204" charset="-122"/>
              </a:rPr>
              <a:t>控制工程</a:t>
            </a:r>
          </a:p>
          <a:p>
            <a:pPr algn="ctr">
              <a:lnSpc>
                <a:spcPct val="100000"/>
              </a:lnSpc>
              <a:tabLst>
                <a:tab pos="0" algn="l"/>
              </a:tabLst>
            </a:pPr>
            <a:endParaRPr lang="en-US" sz="2800" b="0" strike="noStrike" spc="-1" dirty="0">
              <a:latin typeface="Arial" panose="020B0604020202020204"/>
            </a:endParaRPr>
          </a:p>
        </p:txBody>
      </p:sp>
      <p:sp>
        <p:nvSpPr>
          <p:cNvPr id="127" name="CustomShape 8"/>
          <p:cNvSpPr/>
          <p:nvPr/>
        </p:nvSpPr>
        <p:spPr>
          <a:xfrm>
            <a:off x="902880" y="1473120"/>
            <a:ext cx="10280880" cy="4165200"/>
          </a:xfrm>
          <a:prstGeom prst="rect">
            <a:avLst/>
          </a:prstGeom>
          <a:noFill/>
          <a:ln w="25560">
            <a:solidFill>
              <a:srgbClr val="044875"/>
            </a:solidFill>
            <a:miter/>
          </a:ln>
        </p:spPr>
        <p:style>
          <a:lnRef idx="0">
            <a:srgbClr val="FFFFFF"/>
          </a:lnRef>
          <a:fillRef idx="0">
            <a:srgbClr val="FFFFFF"/>
          </a:fillRef>
          <a:effectRef idx="0">
            <a:srgbClr val="FFFFFF"/>
          </a:effectRef>
          <a:fontRef idx="minor"/>
        </p:style>
      </p:sp>
      <p:grpSp>
        <p:nvGrpSpPr>
          <p:cNvPr id="128" name="Group 9"/>
          <p:cNvGrpSpPr/>
          <p:nvPr/>
        </p:nvGrpSpPr>
        <p:grpSpPr>
          <a:xfrm>
            <a:off x="10735920" y="5190840"/>
            <a:ext cx="1107720" cy="1128240"/>
            <a:chOff x="10735920" y="5190840"/>
            <a:chExt cx="1107720" cy="1128240"/>
          </a:xfrm>
        </p:grpSpPr>
        <p:sp>
          <p:nvSpPr>
            <p:cNvPr id="129" name="CustomShape 10"/>
            <p:cNvSpPr/>
            <p:nvPr/>
          </p:nvSpPr>
          <p:spPr>
            <a:xfrm>
              <a:off x="10910520" y="5366880"/>
              <a:ext cx="768240" cy="766440"/>
            </a:xfrm>
            <a:prstGeom prst="rect">
              <a:avLst/>
            </a:prstGeom>
            <a:solidFill>
              <a:srgbClr val="044875"/>
            </a:solidFill>
            <a:ln w="25560">
              <a:noFill/>
            </a:ln>
          </p:spPr>
          <p:style>
            <a:lnRef idx="0">
              <a:srgbClr val="FFFFFF"/>
            </a:lnRef>
            <a:fillRef idx="0">
              <a:srgbClr val="FFFFFF"/>
            </a:fillRef>
            <a:effectRef idx="0">
              <a:srgbClr val="FFFFFF"/>
            </a:effectRef>
            <a:fontRef idx="minor"/>
          </p:style>
        </p:sp>
        <p:sp>
          <p:nvSpPr>
            <p:cNvPr id="130" name="CustomShape 11"/>
            <p:cNvSpPr/>
            <p:nvPr/>
          </p:nvSpPr>
          <p:spPr>
            <a:xfrm>
              <a:off x="10735920" y="5190840"/>
              <a:ext cx="556920" cy="556920"/>
            </a:xfrm>
            <a:prstGeom prst="rect">
              <a:avLst/>
            </a:prstGeom>
            <a:solidFill>
              <a:srgbClr val="3B3838"/>
            </a:solidFill>
            <a:ln w="25560">
              <a:noFill/>
            </a:ln>
          </p:spPr>
          <p:style>
            <a:lnRef idx="0">
              <a:srgbClr val="FFFFFF"/>
            </a:lnRef>
            <a:fillRef idx="0">
              <a:srgbClr val="FFFFFF"/>
            </a:fillRef>
            <a:effectRef idx="0">
              <a:srgbClr val="FFFFFF"/>
            </a:effectRef>
            <a:fontRef idx="minor"/>
          </p:style>
        </p:sp>
        <p:sp>
          <p:nvSpPr>
            <p:cNvPr id="131" name="CustomShape 12"/>
            <p:cNvSpPr/>
            <p:nvPr/>
          </p:nvSpPr>
          <p:spPr>
            <a:xfrm>
              <a:off x="11286720" y="5762160"/>
              <a:ext cx="556920" cy="556920"/>
            </a:xfrm>
            <a:prstGeom prst="rect">
              <a:avLst/>
            </a:prstGeom>
            <a:solidFill>
              <a:srgbClr val="3B3838"/>
            </a:solidFill>
            <a:ln w="25560">
              <a:noFill/>
            </a:ln>
          </p:spPr>
          <p:style>
            <a:lnRef idx="0">
              <a:srgbClr val="FFFFFF"/>
            </a:lnRef>
            <a:fillRef idx="0">
              <a:srgbClr val="FFFFFF"/>
            </a:fillRef>
            <a:effectRef idx="0">
              <a:srgbClr val="FFFFFF"/>
            </a:effectRef>
            <a:fontRef idx="minor"/>
          </p:style>
        </p:sp>
      </p:grpSp>
      <p:grpSp>
        <p:nvGrpSpPr>
          <p:cNvPr id="132" name="Group 13"/>
          <p:cNvGrpSpPr/>
          <p:nvPr/>
        </p:nvGrpSpPr>
        <p:grpSpPr>
          <a:xfrm>
            <a:off x="233280" y="525960"/>
            <a:ext cx="1107720" cy="1130040"/>
            <a:chOff x="233280" y="525960"/>
            <a:chExt cx="1107720" cy="1130040"/>
          </a:xfrm>
        </p:grpSpPr>
        <p:sp>
          <p:nvSpPr>
            <p:cNvPr id="133" name="CustomShape 14"/>
            <p:cNvSpPr/>
            <p:nvPr/>
          </p:nvSpPr>
          <p:spPr>
            <a:xfrm>
              <a:off x="407880" y="702360"/>
              <a:ext cx="768240" cy="768240"/>
            </a:xfrm>
            <a:prstGeom prst="rect">
              <a:avLst/>
            </a:prstGeom>
            <a:solidFill>
              <a:srgbClr val="044875"/>
            </a:solidFill>
            <a:ln w="25560">
              <a:noFill/>
            </a:ln>
          </p:spPr>
          <p:style>
            <a:lnRef idx="0">
              <a:srgbClr val="FFFFFF"/>
            </a:lnRef>
            <a:fillRef idx="0">
              <a:srgbClr val="FFFFFF"/>
            </a:fillRef>
            <a:effectRef idx="0">
              <a:srgbClr val="FFFFFF"/>
            </a:effectRef>
            <a:fontRef idx="minor"/>
          </p:style>
        </p:sp>
        <p:sp>
          <p:nvSpPr>
            <p:cNvPr id="134" name="CustomShape 15"/>
            <p:cNvSpPr/>
            <p:nvPr/>
          </p:nvSpPr>
          <p:spPr>
            <a:xfrm>
              <a:off x="233280" y="525960"/>
              <a:ext cx="556920" cy="556920"/>
            </a:xfrm>
            <a:prstGeom prst="rect">
              <a:avLst/>
            </a:prstGeom>
            <a:solidFill>
              <a:srgbClr val="3B3838"/>
            </a:solidFill>
            <a:ln w="25560">
              <a:noFill/>
            </a:ln>
          </p:spPr>
          <p:style>
            <a:lnRef idx="0">
              <a:srgbClr val="FFFFFF"/>
            </a:lnRef>
            <a:fillRef idx="0">
              <a:srgbClr val="FFFFFF"/>
            </a:fillRef>
            <a:effectRef idx="0">
              <a:srgbClr val="FFFFFF"/>
            </a:effectRef>
            <a:fontRef idx="minor"/>
          </p:style>
        </p:sp>
        <p:sp>
          <p:nvSpPr>
            <p:cNvPr id="135" name="CustomShape 16"/>
            <p:cNvSpPr/>
            <p:nvPr/>
          </p:nvSpPr>
          <p:spPr>
            <a:xfrm>
              <a:off x="784080" y="1099080"/>
              <a:ext cx="556920" cy="556920"/>
            </a:xfrm>
            <a:prstGeom prst="rect">
              <a:avLst/>
            </a:prstGeom>
            <a:solidFill>
              <a:srgbClr val="3B3838"/>
            </a:solidFill>
            <a:ln w="25560">
              <a:noFill/>
            </a:ln>
          </p:spPr>
          <p:style>
            <a:lnRef idx="0">
              <a:srgbClr val="FFFFFF"/>
            </a:lnRef>
            <a:fillRef idx="0">
              <a:srgbClr val="FFFFFF"/>
            </a:fillRef>
            <a:effectRef idx="0">
              <a:srgbClr val="FFFFFF"/>
            </a:effectRef>
            <a:fontRef idx="minor"/>
          </p:style>
        </p:sp>
      </p:grpSp>
      <p:sp>
        <p:nvSpPr>
          <p:cNvPr id="136" name="CustomShape 17"/>
          <p:cNvSpPr/>
          <p:nvPr/>
        </p:nvSpPr>
        <p:spPr>
          <a:xfrm>
            <a:off x="0" y="-12600"/>
            <a:ext cx="12190320" cy="371160"/>
          </a:xfrm>
          <a:prstGeom prst="rect">
            <a:avLst/>
          </a:prstGeom>
          <a:solidFill>
            <a:srgbClr val="044875"/>
          </a:solidFill>
          <a:ln w="25560">
            <a:noFill/>
          </a:ln>
        </p:spPr>
        <p:style>
          <a:lnRef idx="0">
            <a:srgbClr val="FFFFFF"/>
          </a:lnRef>
          <a:fillRef idx="0">
            <a:srgbClr val="FFFFFF"/>
          </a:fillRef>
          <a:effectRef idx="0">
            <a:srgbClr val="FFFFFF"/>
          </a:effectRef>
          <a:fontRef idx="minor"/>
        </p:style>
      </p:sp>
      <p:sp>
        <p:nvSpPr>
          <p:cNvPr id="137" name="CustomShape 18"/>
          <p:cNvSpPr/>
          <p:nvPr/>
        </p:nvSpPr>
        <p:spPr>
          <a:xfrm>
            <a:off x="11566440" y="6523200"/>
            <a:ext cx="623520" cy="333000"/>
          </a:xfrm>
          <a:prstGeom prst="rect">
            <a:avLst/>
          </a:prstGeom>
          <a:solidFill>
            <a:srgbClr val="044875"/>
          </a:solidFill>
          <a:ln w="25560">
            <a:noFill/>
          </a:ln>
        </p:spPr>
        <p:style>
          <a:lnRef idx="0">
            <a:srgbClr val="FFFFFF"/>
          </a:lnRef>
          <a:fillRef idx="0">
            <a:srgbClr val="FFFFFF"/>
          </a:fillRef>
          <a:effectRef idx="0">
            <a:srgbClr val="FFFFFF"/>
          </a:effectRef>
          <a:fontRef idx="minor"/>
        </p:style>
      </p:sp>
      <p:sp>
        <p:nvSpPr>
          <p:cNvPr id="138" name="CustomShape 19"/>
          <p:cNvSpPr/>
          <p:nvPr/>
        </p:nvSpPr>
        <p:spPr>
          <a:xfrm>
            <a:off x="0" y="6523200"/>
            <a:ext cx="10437480" cy="333000"/>
          </a:xfrm>
          <a:prstGeom prst="rect">
            <a:avLst/>
          </a:prstGeom>
          <a:solidFill>
            <a:srgbClr val="044875"/>
          </a:solidFill>
          <a:ln w="25560">
            <a:noFill/>
          </a:ln>
        </p:spPr>
        <p:style>
          <a:lnRef idx="0">
            <a:srgbClr val="FFFFFF"/>
          </a:lnRef>
          <a:fillRef idx="0">
            <a:srgbClr val="FFFFFF"/>
          </a:fillRef>
          <a:effectRef idx="0">
            <a:srgbClr val="FFFFFF"/>
          </a:effectRef>
          <a:fontRef idx="minor"/>
        </p:style>
      </p:sp>
      <p:sp>
        <p:nvSpPr>
          <p:cNvPr id="139" name="CustomShape 20"/>
          <p:cNvSpPr/>
          <p:nvPr/>
        </p:nvSpPr>
        <p:spPr>
          <a:xfrm>
            <a:off x="10264680" y="6519960"/>
            <a:ext cx="1498320" cy="394560"/>
          </a:xfrm>
          <a:prstGeom prst="rect">
            <a:avLst/>
          </a:prstGeom>
          <a:noFill/>
          <a:ln>
            <a:noFill/>
          </a:ln>
        </p:spPr>
        <p:style>
          <a:lnRef idx="0">
            <a:srgbClr val="FFFFFF"/>
          </a:lnRef>
          <a:fillRef idx="0">
            <a:srgbClr val="FFFFFF"/>
          </a:fillRef>
          <a:effectRef idx="0">
            <a:srgbClr val="FFFFFF"/>
          </a:effectRef>
          <a:fontRef idx="minor"/>
        </p:style>
        <p:txBody>
          <a:bodyPr lIns="90000" tIns="45000" rIns="90000" bIns="45000">
            <a:spAutoFit/>
          </a:bodyPr>
          <a:lstStyle/>
          <a:p>
            <a:pPr algn="ctr">
              <a:lnSpc>
                <a:spcPct val="100000"/>
              </a:lnSpc>
              <a:tabLst>
                <a:tab pos="0" algn="l"/>
              </a:tabLst>
            </a:pPr>
            <a:r>
              <a:rPr lang="en-US" sz="2000" b="0" strike="noStrike" spc="-1">
                <a:solidFill>
                  <a:srgbClr val="044875"/>
                </a:solidFill>
                <a:latin typeface="微软雅黑" panose="020B0503020204020204" charset="-122"/>
                <a:ea typeface="微软雅黑" panose="020B0503020204020204" charset="-122"/>
              </a:rPr>
              <a:t>1</a:t>
            </a:r>
            <a:endParaRPr lang="en-US" sz="2000" b="0" strike="noStrike" spc="-1">
              <a:latin typeface="Arial" panose="020B0604020202020204"/>
            </a:endParaRPr>
          </a:p>
        </p:txBody>
      </p:sp>
      <p:pic>
        <p:nvPicPr>
          <p:cNvPr id="140" name="图片 2" descr="川工大LOGO"/>
          <p:cNvPicPr/>
          <p:nvPr/>
        </p:nvPicPr>
        <p:blipFill>
          <a:blip r:embed="rId3"/>
          <a:srcRect r="70950"/>
          <a:stretch>
            <a:fillRect/>
          </a:stretch>
        </p:blipFill>
        <p:spPr>
          <a:xfrm>
            <a:off x="10848960" y="325080"/>
            <a:ext cx="1433160" cy="1330920"/>
          </a:xfrm>
          <a:prstGeom prst="rect">
            <a:avLst/>
          </a:prstGeom>
          <a:ln>
            <a:noFill/>
          </a:ln>
        </p:spPr>
      </p:pic>
    </p:spTree>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 name="CustomShape 1"/>
          <p:cNvSpPr/>
          <p:nvPr/>
        </p:nvSpPr>
        <p:spPr>
          <a:xfrm>
            <a:off x="0" y="-12600"/>
            <a:ext cx="12190320" cy="371160"/>
          </a:xfrm>
          <a:prstGeom prst="rect">
            <a:avLst/>
          </a:prstGeom>
          <a:solidFill>
            <a:srgbClr val="044875"/>
          </a:solidFill>
          <a:ln w="25560">
            <a:noFill/>
          </a:ln>
        </p:spPr>
        <p:style>
          <a:lnRef idx="0">
            <a:srgbClr val="FFFFFF"/>
          </a:lnRef>
          <a:fillRef idx="0">
            <a:srgbClr val="FFFFFF"/>
          </a:fillRef>
          <a:effectRef idx="0">
            <a:srgbClr val="FFFFFF"/>
          </a:effectRef>
          <a:fontRef idx="minor"/>
        </p:style>
      </p:sp>
      <p:sp>
        <p:nvSpPr>
          <p:cNvPr id="142" name="CustomShape 2"/>
          <p:cNvSpPr/>
          <p:nvPr/>
        </p:nvSpPr>
        <p:spPr>
          <a:xfrm>
            <a:off x="11566440" y="6523200"/>
            <a:ext cx="623520" cy="333000"/>
          </a:xfrm>
          <a:prstGeom prst="rect">
            <a:avLst/>
          </a:prstGeom>
          <a:solidFill>
            <a:srgbClr val="044875"/>
          </a:solidFill>
          <a:ln w="25560">
            <a:noFill/>
          </a:ln>
        </p:spPr>
        <p:style>
          <a:lnRef idx="0">
            <a:srgbClr val="FFFFFF"/>
          </a:lnRef>
          <a:fillRef idx="0">
            <a:srgbClr val="FFFFFF"/>
          </a:fillRef>
          <a:effectRef idx="0">
            <a:srgbClr val="FFFFFF"/>
          </a:effectRef>
          <a:fontRef idx="minor"/>
        </p:style>
      </p:sp>
      <p:sp>
        <p:nvSpPr>
          <p:cNvPr id="143" name="CustomShape 3"/>
          <p:cNvSpPr/>
          <p:nvPr/>
        </p:nvSpPr>
        <p:spPr>
          <a:xfrm>
            <a:off x="0" y="6523200"/>
            <a:ext cx="10437480" cy="333000"/>
          </a:xfrm>
          <a:prstGeom prst="rect">
            <a:avLst/>
          </a:prstGeom>
          <a:solidFill>
            <a:srgbClr val="044875"/>
          </a:solidFill>
          <a:ln w="25560">
            <a:noFill/>
          </a:ln>
        </p:spPr>
        <p:style>
          <a:lnRef idx="0">
            <a:srgbClr val="FFFFFF"/>
          </a:lnRef>
          <a:fillRef idx="0">
            <a:srgbClr val="FFFFFF"/>
          </a:fillRef>
          <a:effectRef idx="0">
            <a:srgbClr val="FFFFFF"/>
          </a:effectRef>
          <a:fontRef idx="minor"/>
        </p:style>
      </p:sp>
      <p:sp>
        <p:nvSpPr>
          <p:cNvPr id="144" name="CustomShape 4"/>
          <p:cNvSpPr/>
          <p:nvPr/>
        </p:nvSpPr>
        <p:spPr>
          <a:xfrm>
            <a:off x="10264680" y="6539040"/>
            <a:ext cx="1498320" cy="394560"/>
          </a:xfrm>
          <a:prstGeom prst="rect">
            <a:avLst/>
          </a:prstGeom>
          <a:noFill/>
          <a:ln>
            <a:noFill/>
          </a:ln>
        </p:spPr>
        <p:style>
          <a:lnRef idx="0">
            <a:srgbClr val="FFFFFF"/>
          </a:lnRef>
          <a:fillRef idx="0">
            <a:srgbClr val="FFFFFF"/>
          </a:fillRef>
          <a:effectRef idx="0">
            <a:srgbClr val="FFFFFF"/>
          </a:effectRef>
          <a:fontRef idx="minor"/>
        </p:style>
        <p:txBody>
          <a:bodyPr lIns="90000" tIns="45000" rIns="90000" bIns="45000">
            <a:spAutoFit/>
          </a:bodyPr>
          <a:lstStyle/>
          <a:p>
            <a:pPr algn="ctr">
              <a:lnSpc>
                <a:spcPct val="100000"/>
              </a:lnSpc>
              <a:tabLst>
                <a:tab pos="0" algn="l"/>
              </a:tabLst>
            </a:pPr>
            <a:r>
              <a:rPr lang="en-US" sz="2000" b="0" strike="noStrike" spc="-1" dirty="0">
                <a:solidFill>
                  <a:srgbClr val="044875"/>
                </a:solidFill>
                <a:latin typeface="微软雅黑" panose="020B0503020204020204" charset="-122"/>
                <a:ea typeface="微软雅黑" panose="020B0503020204020204" charset="-122"/>
              </a:rPr>
              <a:t>2</a:t>
            </a:r>
            <a:endParaRPr lang="en-US" sz="2000" b="0" strike="noStrike" spc="-1" dirty="0">
              <a:latin typeface="Arial" panose="020B0604020202020204"/>
            </a:endParaRPr>
          </a:p>
        </p:txBody>
      </p:sp>
      <p:grpSp>
        <p:nvGrpSpPr>
          <p:cNvPr id="145" name="Group 5"/>
          <p:cNvGrpSpPr/>
          <p:nvPr/>
        </p:nvGrpSpPr>
        <p:grpSpPr>
          <a:xfrm>
            <a:off x="261405" y="2924635"/>
            <a:ext cx="4841640" cy="712800"/>
            <a:chOff x="312840" y="2593800"/>
            <a:chExt cx="4841640" cy="712800"/>
          </a:xfrm>
        </p:grpSpPr>
        <p:sp>
          <p:nvSpPr>
            <p:cNvPr id="146" name="CustomShape 6"/>
            <p:cNvSpPr/>
            <p:nvPr/>
          </p:nvSpPr>
          <p:spPr>
            <a:xfrm>
              <a:off x="1336680" y="2789280"/>
              <a:ext cx="536400" cy="349200"/>
            </a:xfrm>
            <a:custGeom>
              <a:avLst/>
              <a:gdLst/>
              <a:ahLst/>
              <a:cxnLst/>
              <a:rect l="l" t="t" r="r" b="b"/>
              <a:pathLst>
                <a:path w="99" h="65">
                  <a:moveTo>
                    <a:pt x="18" y="58"/>
                  </a:moveTo>
                  <a:cubicBezTo>
                    <a:pt x="30" y="58"/>
                    <a:pt x="42" y="60"/>
                    <a:pt x="53" y="65"/>
                  </a:cubicBezTo>
                  <a:cubicBezTo>
                    <a:pt x="64" y="60"/>
                    <a:pt x="75" y="57"/>
                    <a:pt x="87" y="57"/>
                  </a:cubicBezTo>
                  <a:cubicBezTo>
                    <a:pt x="87" y="23"/>
                    <a:pt x="87" y="23"/>
                    <a:pt x="87" y="23"/>
                  </a:cubicBezTo>
                  <a:cubicBezTo>
                    <a:pt x="53" y="28"/>
                    <a:pt x="53" y="28"/>
                    <a:pt x="53" y="28"/>
                  </a:cubicBezTo>
                  <a:cubicBezTo>
                    <a:pt x="18" y="23"/>
                    <a:pt x="18" y="23"/>
                    <a:pt x="18" y="23"/>
                  </a:cubicBezTo>
                  <a:cubicBezTo>
                    <a:pt x="18" y="58"/>
                    <a:pt x="18" y="58"/>
                    <a:pt x="18" y="58"/>
                  </a:cubicBezTo>
                  <a:close/>
                  <a:moveTo>
                    <a:pt x="99" y="8"/>
                  </a:moveTo>
                  <a:cubicBezTo>
                    <a:pt x="99" y="17"/>
                    <a:pt x="99" y="17"/>
                    <a:pt x="99" y="17"/>
                  </a:cubicBezTo>
                  <a:cubicBezTo>
                    <a:pt x="53" y="24"/>
                    <a:pt x="53" y="24"/>
                    <a:pt x="53" y="24"/>
                  </a:cubicBezTo>
                  <a:cubicBezTo>
                    <a:pt x="7" y="17"/>
                    <a:pt x="7" y="17"/>
                    <a:pt x="7" y="17"/>
                  </a:cubicBezTo>
                  <a:cubicBezTo>
                    <a:pt x="7" y="34"/>
                    <a:pt x="7" y="34"/>
                    <a:pt x="7" y="34"/>
                  </a:cubicBezTo>
                  <a:cubicBezTo>
                    <a:pt x="8" y="35"/>
                    <a:pt x="9" y="36"/>
                    <a:pt x="9" y="37"/>
                  </a:cubicBezTo>
                  <a:cubicBezTo>
                    <a:pt x="9" y="39"/>
                    <a:pt x="7" y="41"/>
                    <a:pt x="5" y="41"/>
                  </a:cubicBezTo>
                  <a:cubicBezTo>
                    <a:pt x="4" y="41"/>
                    <a:pt x="2" y="39"/>
                    <a:pt x="2" y="37"/>
                  </a:cubicBezTo>
                  <a:cubicBezTo>
                    <a:pt x="2" y="36"/>
                    <a:pt x="3" y="35"/>
                    <a:pt x="4" y="34"/>
                  </a:cubicBezTo>
                  <a:cubicBezTo>
                    <a:pt x="4" y="25"/>
                    <a:pt x="4" y="17"/>
                    <a:pt x="4" y="8"/>
                  </a:cubicBezTo>
                  <a:cubicBezTo>
                    <a:pt x="53" y="0"/>
                    <a:pt x="53" y="0"/>
                    <a:pt x="53" y="0"/>
                  </a:cubicBezTo>
                  <a:cubicBezTo>
                    <a:pt x="99" y="8"/>
                    <a:pt x="99" y="8"/>
                    <a:pt x="99" y="8"/>
                  </a:cubicBezTo>
                  <a:close/>
                  <a:moveTo>
                    <a:pt x="8" y="42"/>
                  </a:moveTo>
                  <a:cubicBezTo>
                    <a:pt x="6" y="43"/>
                    <a:pt x="5" y="43"/>
                    <a:pt x="3" y="42"/>
                  </a:cubicBezTo>
                  <a:cubicBezTo>
                    <a:pt x="2" y="47"/>
                    <a:pt x="1" y="52"/>
                    <a:pt x="0" y="58"/>
                  </a:cubicBezTo>
                  <a:cubicBezTo>
                    <a:pt x="1" y="58"/>
                    <a:pt x="2" y="58"/>
                    <a:pt x="2" y="58"/>
                  </a:cubicBezTo>
                  <a:cubicBezTo>
                    <a:pt x="3" y="56"/>
                    <a:pt x="3" y="56"/>
                    <a:pt x="3" y="56"/>
                  </a:cubicBezTo>
                  <a:cubicBezTo>
                    <a:pt x="3" y="58"/>
                    <a:pt x="3" y="58"/>
                    <a:pt x="3" y="58"/>
                  </a:cubicBezTo>
                  <a:cubicBezTo>
                    <a:pt x="4" y="59"/>
                    <a:pt x="5" y="59"/>
                    <a:pt x="6" y="59"/>
                  </a:cubicBezTo>
                  <a:cubicBezTo>
                    <a:pt x="7" y="57"/>
                    <a:pt x="7" y="57"/>
                    <a:pt x="7" y="57"/>
                  </a:cubicBezTo>
                  <a:cubicBezTo>
                    <a:pt x="7" y="59"/>
                    <a:pt x="7" y="59"/>
                    <a:pt x="7" y="59"/>
                  </a:cubicBezTo>
                  <a:cubicBezTo>
                    <a:pt x="7" y="59"/>
                    <a:pt x="8" y="59"/>
                    <a:pt x="8" y="59"/>
                  </a:cubicBezTo>
                  <a:cubicBezTo>
                    <a:pt x="8" y="51"/>
                    <a:pt x="8" y="51"/>
                    <a:pt x="8" y="51"/>
                  </a:cubicBezTo>
                  <a:cubicBezTo>
                    <a:pt x="9" y="58"/>
                    <a:pt x="9" y="58"/>
                    <a:pt x="9" y="58"/>
                  </a:cubicBezTo>
                  <a:cubicBezTo>
                    <a:pt x="10" y="58"/>
                    <a:pt x="10" y="58"/>
                    <a:pt x="11" y="58"/>
                  </a:cubicBezTo>
                  <a:cubicBezTo>
                    <a:pt x="10" y="52"/>
                    <a:pt x="9" y="47"/>
                    <a:pt x="8" y="42"/>
                  </a:cubicBezTo>
                  <a:close/>
                </a:path>
              </a:pathLst>
            </a:custGeom>
            <a:solidFill>
              <a:srgbClr val="3B3838"/>
            </a:solidFill>
            <a:ln>
              <a:noFill/>
            </a:ln>
          </p:spPr>
          <p:style>
            <a:lnRef idx="0">
              <a:srgbClr val="FFFFFF"/>
            </a:lnRef>
            <a:fillRef idx="0">
              <a:srgbClr val="FFFFFF"/>
            </a:fillRef>
            <a:effectRef idx="0">
              <a:srgbClr val="FFFFFF"/>
            </a:effectRef>
            <a:fontRef idx="minor"/>
          </p:style>
        </p:sp>
        <p:sp>
          <p:nvSpPr>
            <p:cNvPr id="147" name="CustomShape 7"/>
            <p:cNvSpPr/>
            <p:nvPr/>
          </p:nvSpPr>
          <p:spPr>
            <a:xfrm>
              <a:off x="2196360" y="2702880"/>
              <a:ext cx="2839320" cy="516240"/>
            </a:xfrm>
            <a:prstGeom prst="rect">
              <a:avLst/>
            </a:prstGeom>
            <a:noFill/>
            <a:ln>
              <a:noFill/>
            </a:ln>
          </p:spPr>
          <p:style>
            <a:lnRef idx="0">
              <a:srgbClr val="FFFFFF"/>
            </a:lnRef>
            <a:fillRef idx="0">
              <a:srgbClr val="FFFFFF"/>
            </a:fillRef>
            <a:effectRef idx="0">
              <a:srgbClr val="FFFFFF"/>
            </a:effectRef>
            <a:fontRef idx="minor"/>
          </p:style>
          <p:txBody>
            <a:bodyPr lIns="90000" tIns="45000" rIns="90000" bIns="45000">
              <a:spAutoFit/>
            </a:bodyPr>
            <a:lstStyle/>
            <a:p>
              <a:pPr algn="ctr">
                <a:lnSpc>
                  <a:spcPct val="100000"/>
                </a:lnSpc>
                <a:tabLst>
                  <a:tab pos="0" algn="l"/>
                </a:tabLst>
              </a:pPr>
              <a:r>
                <a:rPr lang="zh-CN" sz="2800" b="0" strike="noStrike" spc="-1">
                  <a:solidFill>
                    <a:srgbClr val="044875"/>
                  </a:solidFill>
                  <a:latin typeface="微软雅黑" panose="020B0503020204020204" charset="-122"/>
                  <a:ea typeface="微软雅黑" panose="020B0503020204020204" charset="-122"/>
                </a:rPr>
                <a:t>研究意义及目的</a:t>
              </a:r>
              <a:endParaRPr lang="en-US" sz="2800" b="0" strike="noStrike" spc="-1">
                <a:latin typeface="Arial" panose="020B0604020202020204"/>
              </a:endParaRPr>
            </a:p>
          </p:txBody>
        </p:sp>
        <p:sp>
          <p:nvSpPr>
            <p:cNvPr id="148" name="CustomShape 8"/>
            <p:cNvSpPr/>
            <p:nvPr/>
          </p:nvSpPr>
          <p:spPr>
            <a:xfrm>
              <a:off x="1195560" y="2593800"/>
              <a:ext cx="3958920" cy="711000"/>
            </a:xfrm>
            <a:prstGeom prst="rect">
              <a:avLst/>
            </a:prstGeom>
            <a:noFill/>
            <a:ln w="25560">
              <a:solidFill>
                <a:srgbClr val="044875"/>
              </a:solidFill>
              <a:miter/>
            </a:ln>
          </p:spPr>
          <p:style>
            <a:lnRef idx="0">
              <a:srgbClr val="FFFFFF"/>
            </a:lnRef>
            <a:fillRef idx="0">
              <a:srgbClr val="FFFFFF"/>
            </a:fillRef>
            <a:effectRef idx="0">
              <a:srgbClr val="FFFFFF"/>
            </a:effectRef>
            <a:fontRef idx="minor"/>
          </p:style>
        </p:sp>
        <p:sp>
          <p:nvSpPr>
            <p:cNvPr id="149" name="Line 9"/>
            <p:cNvSpPr/>
            <p:nvPr/>
          </p:nvSpPr>
          <p:spPr>
            <a:xfrm flipH="1">
              <a:off x="2060280" y="2593800"/>
              <a:ext cx="12960" cy="712800"/>
            </a:xfrm>
            <a:prstGeom prst="line">
              <a:avLst/>
            </a:prstGeom>
            <a:ln w="25560">
              <a:solidFill>
                <a:srgbClr val="044875"/>
              </a:solidFill>
              <a:prstDash val="dash"/>
              <a:miter/>
            </a:ln>
          </p:spPr>
          <p:style>
            <a:lnRef idx="0">
              <a:srgbClr val="FFFFFF"/>
            </a:lnRef>
            <a:fillRef idx="0">
              <a:srgbClr val="FFFFFF"/>
            </a:fillRef>
            <a:effectRef idx="0">
              <a:srgbClr val="FFFFFF"/>
            </a:effectRef>
            <a:fontRef idx="minor"/>
          </p:style>
        </p:sp>
        <p:grpSp>
          <p:nvGrpSpPr>
            <p:cNvPr id="150" name="Group 10"/>
            <p:cNvGrpSpPr/>
            <p:nvPr/>
          </p:nvGrpSpPr>
          <p:grpSpPr>
            <a:xfrm>
              <a:off x="312840" y="2593800"/>
              <a:ext cx="917640" cy="711000"/>
              <a:chOff x="312840" y="2593800"/>
              <a:chExt cx="917640" cy="711000"/>
            </a:xfrm>
          </p:grpSpPr>
          <p:sp>
            <p:nvSpPr>
              <p:cNvPr id="151" name="CustomShape 11"/>
              <p:cNvSpPr/>
              <p:nvPr/>
            </p:nvSpPr>
            <p:spPr>
              <a:xfrm>
                <a:off x="415800" y="2593800"/>
                <a:ext cx="711000" cy="711000"/>
              </a:xfrm>
              <a:prstGeom prst="rect">
                <a:avLst/>
              </a:prstGeom>
              <a:noFill/>
              <a:ln w="25560">
                <a:solidFill>
                  <a:srgbClr val="044875"/>
                </a:solidFill>
                <a:miter/>
              </a:ln>
            </p:spPr>
            <p:style>
              <a:lnRef idx="0">
                <a:srgbClr val="FFFFFF"/>
              </a:lnRef>
              <a:fillRef idx="0">
                <a:srgbClr val="FFFFFF"/>
              </a:fillRef>
              <a:effectRef idx="0">
                <a:srgbClr val="FFFFFF"/>
              </a:effectRef>
              <a:fontRef idx="minor"/>
            </p:style>
          </p:sp>
          <p:sp>
            <p:nvSpPr>
              <p:cNvPr id="152" name="CustomShape 12"/>
              <p:cNvSpPr/>
              <p:nvPr/>
            </p:nvSpPr>
            <p:spPr>
              <a:xfrm>
                <a:off x="312840" y="2593800"/>
                <a:ext cx="917640" cy="638280"/>
              </a:xfrm>
              <a:prstGeom prst="rect">
                <a:avLst/>
              </a:prstGeom>
              <a:noFill/>
              <a:ln>
                <a:noFill/>
              </a:ln>
            </p:spPr>
            <p:style>
              <a:lnRef idx="0">
                <a:srgbClr val="FFFFFF"/>
              </a:lnRef>
              <a:fillRef idx="0">
                <a:srgbClr val="FFFFFF"/>
              </a:fillRef>
              <a:effectRef idx="0">
                <a:srgbClr val="FFFFFF"/>
              </a:effectRef>
              <a:fontRef idx="minor"/>
            </p:style>
            <p:txBody>
              <a:bodyPr lIns="90000" tIns="45000" rIns="90000" bIns="45000">
                <a:spAutoFit/>
              </a:bodyPr>
              <a:lstStyle/>
              <a:p>
                <a:pPr algn="ctr">
                  <a:lnSpc>
                    <a:spcPct val="100000"/>
                  </a:lnSpc>
                  <a:tabLst>
                    <a:tab pos="0" algn="l"/>
                  </a:tabLst>
                </a:pPr>
                <a:r>
                  <a:rPr lang="en-US" sz="3600" b="0" strike="noStrike" spc="-1">
                    <a:solidFill>
                      <a:srgbClr val="044875"/>
                    </a:solidFill>
                    <a:latin typeface="Impact" panose="020B0806030902050204"/>
                    <a:ea typeface="宋体" panose="02010600030101010101" pitchFamily="2" charset="-122"/>
                  </a:rPr>
                  <a:t>01</a:t>
                </a:r>
                <a:endParaRPr lang="en-US" sz="3600" b="0" strike="noStrike" spc="-1">
                  <a:latin typeface="Arial" panose="020B0604020202020204"/>
                </a:endParaRPr>
              </a:p>
            </p:txBody>
          </p:sp>
        </p:grpSp>
      </p:grpSp>
      <p:grpSp>
        <p:nvGrpSpPr>
          <p:cNvPr id="153" name="Group 13"/>
          <p:cNvGrpSpPr/>
          <p:nvPr/>
        </p:nvGrpSpPr>
        <p:grpSpPr>
          <a:xfrm>
            <a:off x="261405" y="4055035"/>
            <a:ext cx="4841640" cy="712800"/>
            <a:chOff x="312840" y="3724200"/>
            <a:chExt cx="4841640" cy="712800"/>
          </a:xfrm>
        </p:grpSpPr>
        <p:grpSp>
          <p:nvGrpSpPr>
            <p:cNvPr id="154" name="Group 14"/>
            <p:cNvGrpSpPr/>
            <p:nvPr/>
          </p:nvGrpSpPr>
          <p:grpSpPr>
            <a:xfrm>
              <a:off x="312840" y="3724200"/>
              <a:ext cx="4841640" cy="712800"/>
              <a:chOff x="312840" y="3724200"/>
              <a:chExt cx="4841640" cy="712800"/>
            </a:xfrm>
          </p:grpSpPr>
          <p:sp>
            <p:nvSpPr>
              <p:cNvPr id="155" name="CustomShape 15"/>
              <p:cNvSpPr/>
              <p:nvPr/>
            </p:nvSpPr>
            <p:spPr>
              <a:xfrm>
                <a:off x="2043720" y="3833280"/>
                <a:ext cx="2839320" cy="519430"/>
              </a:xfrm>
              <a:prstGeom prst="rect">
                <a:avLst/>
              </a:prstGeom>
              <a:noFill/>
              <a:ln>
                <a:noFill/>
              </a:ln>
            </p:spPr>
            <p:style>
              <a:lnRef idx="0">
                <a:srgbClr val="FFFFFF"/>
              </a:lnRef>
              <a:fillRef idx="0">
                <a:srgbClr val="FFFFFF"/>
              </a:fillRef>
              <a:effectRef idx="0">
                <a:srgbClr val="FFFFFF"/>
              </a:effectRef>
              <a:fontRef idx="minor"/>
            </p:style>
            <p:txBody>
              <a:bodyPr lIns="90000" tIns="45000" rIns="90000" bIns="45000">
                <a:spAutoFit/>
              </a:bodyPr>
              <a:lstStyle/>
              <a:p>
                <a:pPr algn="ctr">
                  <a:lnSpc>
                    <a:spcPct val="100000"/>
                  </a:lnSpc>
                  <a:tabLst>
                    <a:tab pos="0" algn="l"/>
                  </a:tabLst>
                </a:pPr>
                <a:r>
                  <a:rPr lang="en-US" sz="2800" b="0" strike="noStrike" spc="-1">
                    <a:solidFill>
                      <a:srgbClr val="044875"/>
                    </a:solidFill>
                    <a:latin typeface="微软雅黑" panose="020B0503020204020204" charset="-122"/>
                    <a:ea typeface="微软雅黑" panose="020B0503020204020204" charset="-122"/>
                  </a:rPr>
                  <a:t>  </a:t>
                </a:r>
                <a:r>
                  <a:rPr lang="zh-CN" altLang="en-US" sz="2800" b="0" strike="noStrike" spc="-1">
                    <a:solidFill>
                      <a:srgbClr val="044875"/>
                    </a:solidFill>
                    <a:latin typeface="微软雅黑" panose="020B0503020204020204" charset="-122"/>
                    <a:ea typeface="微软雅黑" panose="020B0503020204020204" charset="-122"/>
                  </a:rPr>
                  <a:t>中期总结</a:t>
                </a:r>
              </a:p>
            </p:txBody>
          </p:sp>
          <p:sp>
            <p:nvSpPr>
              <p:cNvPr id="156" name="CustomShape 16"/>
              <p:cNvSpPr/>
              <p:nvPr/>
            </p:nvSpPr>
            <p:spPr>
              <a:xfrm>
                <a:off x="1195560" y="3724200"/>
                <a:ext cx="3958920" cy="711000"/>
              </a:xfrm>
              <a:prstGeom prst="rect">
                <a:avLst/>
              </a:prstGeom>
              <a:noFill/>
              <a:ln w="25560">
                <a:solidFill>
                  <a:srgbClr val="044875"/>
                </a:solidFill>
                <a:miter/>
              </a:ln>
            </p:spPr>
            <p:style>
              <a:lnRef idx="0">
                <a:srgbClr val="FFFFFF"/>
              </a:lnRef>
              <a:fillRef idx="0">
                <a:srgbClr val="FFFFFF"/>
              </a:fillRef>
              <a:effectRef idx="0">
                <a:srgbClr val="FFFFFF"/>
              </a:effectRef>
              <a:fontRef idx="minor"/>
            </p:style>
          </p:sp>
          <p:sp>
            <p:nvSpPr>
              <p:cNvPr id="157" name="Line 17"/>
              <p:cNvSpPr/>
              <p:nvPr/>
            </p:nvSpPr>
            <p:spPr>
              <a:xfrm flipH="1">
                <a:off x="2059920" y="3724200"/>
                <a:ext cx="12960" cy="712800"/>
              </a:xfrm>
              <a:prstGeom prst="line">
                <a:avLst/>
              </a:prstGeom>
              <a:ln w="25560">
                <a:solidFill>
                  <a:srgbClr val="044875"/>
                </a:solidFill>
                <a:prstDash val="dash"/>
                <a:miter/>
              </a:ln>
            </p:spPr>
            <p:style>
              <a:lnRef idx="0">
                <a:srgbClr val="FFFFFF"/>
              </a:lnRef>
              <a:fillRef idx="0">
                <a:srgbClr val="FFFFFF"/>
              </a:fillRef>
              <a:effectRef idx="0">
                <a:srgbClr val="FFFFFF"/>
              </a:effectRef>
              <a:fontRef idx="minor"/>
            </p:style>
          </p:sp>
          <p:grpSp>
            <p:nvGrpSpPr>
              <p:cNvPr id="158" name="Group 18"/>
              <p:cNvGrpSpPr/>
              <p:nvPr/>
            </p:nvGrpSpPr>
            <p:grpSpPr>
              <a:xfrm>
                <a:off x="312840" y="3724200"/>
                <a:ext cx="917640" cy="711000"/>
                <a:chOff x="312840" y="3724200"/>
                <a:chExt cx="917640" cy="711000"/>
              </a:xfrm>
            </p:grpSpPr>
            <p:sp>
              <p:nvSpPr>
                <p:cNvPr id="159" name="CustomShape 19"/>
                <p:cNvSpPr/>
                <p:nvPr/>
              </p:nvSpPr>
              <p:spPr>
                <a:xfrm>
                  <a:off x="415800" y="3724200"/>
                  <a:ext cx="711000" cy="711000"/>
                </a:xfrm>
                <a:prstGeom prst="rect">
                  <a:avLst/>
                </a:prstGeom>
                <a:noFill/>
                <a:ln w="25560">
                  <a:solidFill>
                    <a:srgbClr val="044875"/>
                  </a:solidFill>
                  <a:miter/>
                </a:ln>
              </p:spPr>
              <p:style>
                <a:lnRef idx="0">
                  <a:srgbClr val="FFFFFF"/>
                </a:lnRef>
                <a:fillRef idx="0">
                  <a:srgbClr val="FFFFFF"/>
                </a:fillRef>
                <a:effectRef idx="0">
                  <a:srgbClr val="FFFFFF"/>
                </a:effectRef>
                <a:fontRef idx="minor"/>
              </p:style>
            </p:sp>
            <p:sp>
              <p:nvSpPr>
                <p:cNvPr id="160" name="CustomShape 20"/>
                <p:cNvSpPr/>
                <p:nvPr/>
              </p:nvSpPr>
              <p:spPr>
                <a:xfrm>
                  <a:off x="312840" y="3724200"/>
                  <a:ext cx="917640" cy="638280"/>
                </a:xfrm>
                <a:prstGeom prst="rect">
                  <a:avLst/>
                </a:prstGeom>
                <a:noFill/>
                <a:ln>
                  <a:noFill/>
                </a:ln>
              </p:spPr>
              <p:style>
                <a:lnRef idx="0">
                  <a:srgbClr val="FFFFFF"/>
                </a:lnRef>
                <a:fillRef idx="0">
                  <a:srgbClr val="FFFFFF"/>
                </a:fillRef>
                <a:effectRef idx="0">
                  <a:srgbClr val="FFFFFF"/>
                </a:effectRef>
                <a:fontRef idx="minor"/>
              </p:style>
              <p:txBody>
                <a:bodyPr lIns="90000" tIns="45000" rIns="90000" bIns="45000">
                  <a:spAutoFit/>
                </a:bodyPr>
                <a:lstStyle/>
                <a:p>
                  <a:pPr algn="ctr">
                    <a:lnSpc>
                      <a:spcPct val="100000"/>
                    </a:lnSpc>
                    <a:tabLst>
                      <a:tab pos="0" algn="l"/>
                    </a:tabLst>
                  </a:pPr>
                  <a:r>
                    <a:rPr lang="en-US" sz="3600" b="0" strike="noStrike" spc="-1">
                      <a:solidFill>
                        <a:srgbClr val="044875"/>
                      </a:solidFill>
                      <a:latin typeface="Impact" panose="020B0806030902050204"/>
                      <a:ea typeface="宋体" panose="02010600030101010101" pitchFamily="2" charset="-122"/>
                    </a:rPr>
                    <a:t>03</a:t>
                  </a:r>
                  <a:endParaRPr lang="en-US" sz="3600" b="0" strike="noStrike" spc="-1">
                    <a:latin typeface="Arial" panose="020B0604020202020204"/>
                  </a:endParaRPr>
                </a:p>
              </p:txBody>
            </p:sp>
          </p:grpSp>
        </p:grpSp>
        <p:sp>
          <p:nvSpPr>
            <p:cNvPr id="161" name="CustomShape 21"/>
            <p:cNvSpPr/>
            <p:nvPr/>
          </p:nvSpPr>
          <p:spPr>
            <a:xfrm>
              <a:off x="1347840" y="3809880"/>
              <a:ext cx="509400" cy="539640"/>
            </a:xfrm>
            <a:custGeom>
              <a:avLst/>
              <a:gdLst/>
              <a:ahLst/>
              <a:cxnLst/>
              <a:rect l="l" t="t" r="r" b="b"/>
              <a:pathLst>
                <a:path w="222" h="235">
                  <a:moveTo>
                    <a:pt x="151" y="19"/>
                  </a:moveTo>
                  <a:lnTo>
                    <a:pt x="170" y="29"/>
                  </a:lnTo>
                  <a:lnTo>
                    <a:pt x="203" y="19"/>
                  </a:lnTo>
                  <a:lnTo>
                    <a:pt x="182" y="7"/>
                  </a:lnTo>
                  <a:lnTo>
                    <a:pt x="151" y="19"/>
                  </a:lnTo>
                  <a:lnTo>
                    <a:pt x="151" y="19"/>
                  </a:lnTo>
                  <a:close/>
                  <a:moveTo>
                    <a:pt x="31" y="171"/>
                  </a:moveTo>
                  <a:lnTo>
                    <a:pt x="7" y="159"/>
                  </a:lnTo>
                  <a:lnTo>
                    <a:pt x="7" y="211"/>
                  </a:lnTo>
                  <a:lnTo>
                    <a:pt x="31" y="223"/>
                  </a:lnTo>
                  <a:lnTo>
                    <a:pt x="31" y="171"/>
                  </a:lnTo>
                  <a:lnTo>
                    <a:pt x="31" y="171"/>
                  </a:lnTo>
                  <a:close/>
                  <a:moveTo>
                    <a:pt x="87" y="104"/>
                  </a:moveTo>
                  <a:lnTo>
                    <a:pt x="109" y="114"/>
                  </a:lnTo>
                  <a:lnTo>
                    <a:pt x="137" y="102"/>
                  </a:lnTo>
                  <a:lnTo>
                    <a:pt x="116" y="93"/>
                  </a:lnTo>
                  <a:lnTo>
                    <a:pt x="87" y="104"/>
                  </a:lnTo>
                  <a:lnTo>
                    <a:pt x="87" y="104"/>
                  </a:lnTo>
                  <a:close/>
                  <a:moveTo>
                    <a:pt x="68" y="102"/>
                  </a:moveTo>
                  <a:lnTo>
                    <a:pt x="76" y="100"/>
                  </a:lnTo>
                  <a:lnTo>
                    <a:pt x="116" y="83"/>
                  </a:lnTo>
                  <a:lnTo>
                    <a:pt x="116" y="83"/>
                  </a:lnTo>
                  <a:lnTo>
                    <a:pt x="118" y="83"/>
                  </a:lnTo>
                  <a:lnTo>
                    <a:pt x="132" y="90"/>
                  </a:lnTo>
                  <a:lnTo>
                    <a:pt x="132" y="24"/>
                  </a:lnTo>
                  <a:lnTo>
                    <a:pt x="132" y="19"/>
                  </a:lnTo>
                  <a:lnTo>
                    <a:pt x="139" y="14"/>
                  </a:lnTo>
                  <a:lnTo>
                    <a:pt x="180" y="0"/>
                  </a:lnTo>
                  <a:lnTo>
                    <a:pt x="182" y="0"/>
                  </a:lnTo>
                  <a:lnTo>
                    <a:pt x="182" y="0"/>
                  </a:lnTo>
                  <a:lnTo>
                    <a:pt x="215" y="14"/>
                  </a:lnTo>
                  <a:lnTo>
                    <a:pt x="222" y="19"/>
                  </a:lnTo>
                  <a:lnTo>
                    <a:pt x="222" y="168"/>
                  </a:lnTo>
                  <a:lnTo>
                    <a:pt x="173" y="187"/>
                  </a:lnTo>
                  <a:lnTo>
                    <a:pt x="168" y="185"/>
                  </a:lnTo>
                  <a:lnTo>
                    <a:pt x="158" y="180"/>
                  </a:lnTo>
                  <a:lnTo>
                    <a:pt x="158" y="192"/>
                  </a:lnTo>
                  <a:lnTo>
                    <a:pt x="106" y="211"/>
                  </a:lnTo>
                  <a:lnTo>
                    <a:pt x="102" y="209"/>
                  </a:lnTo>
                  <a:lnTo>
                    <a:pt x="90" y="201"/>
                  </a:lnTo>
                  <a:lnTo>
                    <a:pt x="90" y="216"/>
                  </a:lnTo>
                  <a:lnTo>
                    <a:pt x="38" y="235"/>
                  </a:lnTo>
                  <a:lnTo>
                    <a:pt x="33" y="232"/>
                  </a:lnTo>
                  <a:lnTo>
                    <a:pt x="2" y="218"/>
                  </a:lnTo>
                  <a:lnTo>
                    <a:pt x="0" y="216"/>
                  </a:lnTo>
                  <a:lnTo>
                    <a:pt x="0" y="213"/>
                  </a:lnTo>
                  <a:lnTo>
                    <a:pt x="0" y="154"/>
                  </a:lnTo>
                  <a:lnTo>
                    <a:pt x="0" y="147"/>
                  </a:lnTo>
                  <a:lnTo>
                    <a:pt x="7" y="145"/>
                  </a:lnTo>
                  <a:lnTo>
                    <a:pt x="47" y="128"/>
                  </a:lnTo>
                  <a:lnTo>
                    <a:pt x="47" y="128"/>
                  </a:lnTo>
                  <a:lnTo>
                    <a:pt x="50" y="128"/>
                  </a:lnTo>
                  <a:lnTo>
                    <a:pt x="80" y="145"/>
                  </a:lnTo>
                  <a:lnTo>
                    <a:pt x="90" y="147"/>
                  </a:lnTo>
                  <a:lnTo>
                    <a:pt x="90" y="194"/>
                  </a:lnTo>
                  <a:lnTo>
                    <a:pt x="99" y="199"/>
                  </a:lnTo>
                  <a:lnTo>
                    <a:pt x="99" y="126"/>
                  </a:lnTo>
                  <a:lnTo>
                    <a:pt x="76" y="114"/>
                  </a:lnTo>
                  <a:lnTo>
                    <a:pt x="76" y="142"/>
                  </a:lnTo>
                  <a:lnTo>
                    <a:pt x="68" y="138"/>
                  </a:lnTo>
                  <a:lnTo>
                    <a:pt x="68" y="109"/>
                  </a:lnTo>
                  <a:lnTo>
                    <a:pt x="68" y="102"/>
                  </a:lnTo>
                  <a:lnTo>
                    <a:pt x="68" y="102"/>
                  </a:lnTo>
                  <a:close/>
                  <a:moveTo>
                    <a:pt x="139" y="95"/>
                  </a:moveTo>
                  <a:lnTo>
                    <a:pt x="149" y="100"/>
                  </a:lnTo>
                  <a:lnTo>
                    <a:pt x="158" y="102"/>
                  </a:lnTo>
                  <a:lnTo>
                    <a:pt x="158" y="171"/>
                  </a:lnTo>
                  <a:lnTo>
                    <a:pt x="165" y="175"/>
                  </a:lnTo>
                  <a:lnTo>
                    <a:pt x="165" y="43"/>
                  </a:lnTo>
                  <a:lnTo>
                    <a:pt x="139" y="31"/>
                  </a:lnTo>
                  <a:lnTo>
                    <a:pt x="139" y="95"/>
                  </a:lnTo>
                  <a:lnTo>
                    <a:pt x="139" y="95"/>
                  </a:lnTo>
                  <a:close/>
                  <a:moveTo>
                    <a:pt x="19" y="149"/>
                  </a:moveTo>
                  <a:lnTo>
                    <a:pt x="38" y="159"/>
                  </a:lnTo>
                  <a:lnTo>
                    <a:pt x="71" y="147"/>
                  </a:lnTo>
                  <a:lnTo>
                    <a:pt x="47" y="138"/>
                  </a:lnTo>
                  <a:lnTo>
                    <a:pt x="19" y="149"/>
                  </a:lnTo>
                  <a:lnTo>
                    <a:pt x="19" y="149"/>
                  </a:lnTo>
                  <a:close/>
                  <a:moveTo>
                    <a:pt x="173" y="38"/>
                  </a:moveTo>
                  <a:lnTo>
                    <a:pt x="173" y="36"/>
                  </a:lnTo>
                  <a:lnTo>
                    <a:pt x="173" y="38"/>
                  </a:lnTo>
                  <a:lnTo>
                    <a:pt x="173" y="38"/>
                  </a:lnTo>
                  <a:lnTo>
                    <a:pt x="173" y="38"/>
                  </a:lnTo>
                  <a:close/>
                </a:path>
              </a:pathLst>
            </a:custGeom>
            <a:solidFill>
              <a:srgbClr val="3B3838"/>
            </a:solidFill>
            <a:ln>
              <a:noFill/>
            </a:ln>
          </p:spPr>
          <p:style>
            <a:lnRef idx="0">
              <a:srgbClr val="FFFFFF"/>
            </a:lnRef>
            <a:fillRef idx="0">
              <a:srgbClr val="FFFFFF"/>
            </a:fillRef>
            <a:effectRef idx="0">
              <a:srgbClr val="FFFFFF"/>
            </a:effectRef>
            <a:fontRef idx="minor"/>
          </p:style>
        </p:sp>
      </p:grpSp>
      <p:grpSp>
        <p:nvGrpSpPr>
          <p:cNvPr id="171" name="Group 31"/>
          <p:cNvGrpSpPr/>
          <p:nvPr/>
        </p:nvGrpSpPr>
        <p:grpSpPr>
          <a:xfrm>
            <a:off x="6865245" y="2924635"/>
            <a:ext cx="4841640" cy="712800"/>
            <a:chOff x="6916680" y="2593800"/>
            <a:chExt cx="4841640" cy="712800"/>
          </a:xfrm>
        </p:grpSpPr>
        <p:grpSp>
          <p:nvGrpSpPr>
            <p:cNvPr id="172" name="Group 32"/>
            <p:cNvGrpSpPr/>
            <p:nvPr/>
          </p:nvGrpSpPr>
          <p:grpSpPr>
            <a:xfrm>
              <a:off x="6916680" y="2593800"/>
              <a:ext cx="4841640" cy="712800"/>
              <a:chOff x="6916680" y="2593800"/>
              <a:chExt cx="4841640" cy="712800"/>
            </a:xfrm>
          </p:grpSpPr>
          <p:sp>
            <p:nvSpPr>
              <p:cNvPr id="173" name="CustomShape 33"/>
              <p:cNvSpPr/>
              <p:nvPr/>
            </p:nvSpPr>
            <p:spPr>
              <a:xfrm>
                <a:off x="8628840" y="2702880"/>
                <a:ext cx="2839320" cy="519430"/>
              </a:xfrm>
              <a:prstGeom prst="rect">
                <a:avLst/>
              </a:prstGeom>
              <a:noFill/>
              <a:ln>
                <a:noFill/>
              </a:ln>
            </p:spPr>
            <p:style>
              <a:lnRef idx="0">
                <a:srgbClr val="FFFFFF"/>
              </a:lnRef>
              <a:fillRef idx="0">
                <a:srgbClr val="FFFFFF"/>
              </a:fillRef>
              <a:effectRef idx="0">
                <a:srgbClr val="FFFFFF"/>
              </a:effectRef>
              <a:fontRef idx="minor"/>
            </p:style>
            <p:txBody>
              <a:bodyPr lIns="90000" tIns="45000" rIns="90000" bIns="45000">
                <a:spAutoFit/>
              </a:bodyPr>
              <a:lstStyle/>
              <a:p>
                <a:pPr algn="ctr">
                  <a:lnSpc>
                    <a:spcPct val="100000"/>
                  </a:lnSpc>
                  <a:tabLst>
                    <a:tab pos="0" algn="l"/>
                  </a:tabLst>
                </a:pPr>
                <a:r>
                  <a:rPr lang="zh-CN" sz="2800" b="0" strike="noStrike" spc="-1">
                    <a:solidFill>
                      <a:srgbClr val="044875"/>
                    </a:solidFill>
                    <a:latin typeface="微软雅黑" panose="020B0503020204020204" charset="-122"/>
                    <a:ea typeface="微软雅黑" panose="020B0503020204020204" charset="-122"/>
                  </a:rPr>
                  <a:t>主要研究内容</a:t>
                </a:r>
                <a:endParaRPr lang="en-US" sz="2800" b="0" strike="noStrike" spc="-1">
                  <a:latin typeface="Arial" panose="020B0604020202020204"/>
                </a:endParaRPr>
              </a:p>
            </p:txBody>
          </p:sp>
          <p:sp>
            <p:nvSpPr>
              <p:cNvPr id="174" name="CustomShape 34"/>
              <p:cNvSpPr/>
              <p:nvPr/>
            </p:nvSpPr>
            <p:spPr>
              <a:xfrm>
                <a:off x="7799400" y="2593800"/>
                <a:ext cx="3958920" cy="711000"/>
              </a:xfrm>
              <a:prstGeom prst="rect">
                <a:avLst/>
              </a:prstGeom>
              <a:noFill/>
              <a:ln w="25560">
                <a:solidFill>
                  <a:srgbClr val="044875"/>
                </a:solidFill>
                <a:miter/>
              </a:ln>
            </p:spPr>
            <p:style>
              <a:lnRef idx="0">
                <a:srgbClr val="FFFFFF"/>
              </a:lnRef>
              <a:fillRef idx="0">
                <a:srgbClr val="FFFFFF"/>
              </a:fillRef>
              <a:effectRef idx="0">
                <a:srgbClr val="FFFFFF"/>
              </a:effectRef>
              <a:fontRef idx="minor"/>
            </p:style>
          </p:sp>
          <p:sp>
            <p:nvSpPr>
              <p:cNvPr id="175" name="Line 35"/>
              <p:cNvSpPr/>
              <p:nvPr/>
            </p:nvSpPr>
            <p:spPr>
              <a:xfrm flipH="1">
                <a:off x="8664480" y="2593800"/>
                <a:ext cx="12600" cy="712800"/>
              </a:xfrm>
              <a:prstGeom prst="line">
                <a:avLst/>
              </a:prstGeom>
              <a:ln w="25560">
                <a:solidFill>
                  <a:srgbClr val="044875"/>
                </a:solidFill>
                <a:prstDash val="dash"/>
                <a:miter/>
              </a:ln>
            </p:spPr>
            <p:style>
              <a:lnRef idx="0">
                <a:srgbClr val="FFFFFF"/>
              </a:lnRef>
              <a:fillRef idx="0">
                <a:srgbClr val="FFFFFF"/>
              </a:fillRef>
              <a:effectRef idx="0">
                <a:srgbClr val="FFFFFF"/>
              </a:effectRef>
              <a:fontRef idx="minor"/>
            </p:style>
          </p:sp>
          <p:grpSp>
            <p:nvGrpSpPr>
              <p:cNvPr id="176" name="Group 36"/>
              <p:cNvGrpSpPr/>
              <p:nvPr/>
            </p:nvGrpSpPr>
            <p:grpSpPr>
              <a:xfrm>
                <a:off x="6916680" y="2593800"/>
                <a:ext cx="917640" cy="711000"/>
                <a:chOff x="6916680" y="2593800"/>
                <a:chExt cx="917640" cy="711000"/>
              </a:xfrm>
            </p:grpSpPr>
            <p:sp>
              <p:nvSpPr>
                <p:cNvPr id="177" name="CustomShape 37"/>
                <p:cNvSpPr/>
                <p:nvPr/>
              </p:nvSpPr>
              <p:spPr>
                <a:xfrm>
                  <a:off x="7020000" y="2593800"/>
                  <a:ext cx="711000" cy="711000"/>
                </a:xfrm>
                <a:prstGeom prst="rect">
                  <a:avLst/>
                </a:prstGeom>
                <a:noFill/>
                <a:ln w="25560">
                  <a:solidFill>
                    <a:srgbClr val="044875"/>
                  </a:solidFill>
                  <a:miter/>
                </a:ln>
              </p:spPr>
              <p:style>
                <a:lnRef idx="0">
                  <a:srgbClr val="FFFFFF"/>
                </a:lnRef>
                <a:fillRef idx="0">
                  <a:srgbClr val="FFFFFF"/>
                </a:fillRef>
                <a:effectRef idx="0">
                  <a:srgbClr val="FFFFFF"/>
                </a:effectRef>
                <a:fontRef idx="minor"/>
              </p:style>
            </p:sp>
            <p:sp>
              <p:nvSpPr>
                <p:cNvPr id="178" name="CustomShape 38"/>
                <p:cNvSpPr/>
                <p:nvPr/>
              </p:nvSpPr>
              <p:spPr>
                <a:xfrm>
                  <a:off x="6916680" y="2593800"/>
                  <a:ext cx="917640" cy="638280"/>
                </a:xfrm>
                <a:prstGeom prst="rect">
                  <a:avLst/>
                </a:prstGeom>
                <a:noFill/>
                <a:ln>
                  <a:noFill/>
                </a:ln>
              </p:spPr>
              <p:style>
                <a:lnRef idx="0">
                  <a:srgbClr val="FFFFFF"/>
                </a:lnRef>
                <a:fillRef idx="0">
                  <a:srgbClr val="FFFFFF"/>
                </a:fillRef>
                <a:effectRef idx="0">
                  <a:srgbClr val="FFFFFF"/>
                </a:effectRef>
                <a:fontRef idx="minor"/>
              </p:style>
              <p:txBody>
                <a:bodyPr lIns="90000" tIns="45000" rIns="90000" bIns="45000">
                  <a:spAutoFit/>
                </a:bodyPr>
                <a:lstStyle/>
                <a:p>
                  <a:pPr algn="ctr">
                    <a:lnSpc>
                      <a:spcPct val="100000"/>
                    </a:lnSpc>
                    <a:tabLst>
                      <a:tab pos="0" algn="l"/>
                    </a:tabLst>
                  </a:pPr>
                  <a:r>
                    <a:rPr lang="en-US" sz="3600" b="0" strike="noStrike" spc="-1">
                      <a:solidFill>
                        <a:srgbClr val="044875"/>
                      </a:solidFill>
                      <a:latin typeface="Impact" panose="020B0806030902050204"/>
                      <a:ea typeface="宋体" panose="02010600030101010101" pitchFamily="2" charset="-122"/>
                    </a:rPr>
                    <a:t>02</a:t>
                  </a:r>
                  <a:endParaRPr lang="en-US" sz="3600" b="0" strike="noStrike" spc="-1">
                    <a:latin typeface="Arial" panose="020B0604020202020204"/>
                  </a:endParaRPr>
                </a:p>
              </p:txBody>
            </p:sp>
          </p:grpSp>
        </p:grpSp>
        <p:sp>
          <p:nvSpPr>
            <p:cNvPr id="179" name="CustomShape 39"/>
            <p:cNvSpPr/>
            <p:nvPr/>
          </p:nvSpPr>
          <p:spPr>
            <a:xfrm>
              <a:off x="8008920" y="2733840"/>
              <a:ext cx="399960" cy="526680"/>
            </a:xfrm>
            <a:custGeom>
              <a:avLst/>
              <a:gdLst/>
              <a:ahLst/>
              <a:cxnLst/>
              <a:rect l="l" t="t" r="r" b="b"/>
              <a:pathLst>
                <a:path w="74" h="97">
                  <a:moveTo>
                    <a:pt x="21" y="0"/>
                  </a:moveTo>
                  <a:cubicBezTo>
                    <a:pt x="60" y="0"/>
                    <a:pt x="60" y="0"/>
                    <a:pt x="60" y="0"/>
                  </a:cubicBezTo>
                  <a:cubicBezTo>
                    <a:pt x="64" y="0"/>
                    <a:pt x="66" y="1"/>
                    <a:pt x="68" y="3"/>
                  </a:cubicBezTo>
                  <a:cubicBezTo>
                    <a:pt x="70" y="5"/>
                    <a:pt x="72" y="8"/>
                    <a:pt x="72" y="11"/>
                  </a:cubicBezTo>
                  <a:cubicBezTo>
                    <a:pt x="72" y="56"/>
                    <a:pt x="72" y="56"/>
                    <a:pt x="72" y="56"/>
                  </a:cubicBezTo>
                  <a:cubicBezTo>
                    <a:pt x="71" y="55"/>
                    <a:pt x="70" y="53"/>
                    <a:pt x="70" y="52"/>
                  </a:cubicBezTo>
                  <a:cubicBezTo>
                    <a:pt x="68" y="50"/>
                    <a:pt x="66" y="48"/>
                    <a:pt x="63" y="47"/>
                  </a:cubicBezTo>
                  <a:cubicBezTo>
                    <a:pt x="63" y="11"/>
                    <a:pt x="63" y="11"/>
                    <a:pt x="63" y="11"/>
                  </a:cubicBezTo>
                  <a:cubicBezTo>
                    <a:pt x="63" y="10"/>
                    <a:pt x="63" y="9"/>
                    <a:pt x="62" y="9"/>
                  </a:cubicBezTo>
                  <a:cubicBezTo>
                    <a:pt x="62" y="8"/>
                    <a:pt x="61" y="8"/>
                    <a:pt x="60" y="8"/>
                  </a:cubicBezTo>
                  <a:cubicBezTo>
                    <a:pt x="25" y="8"/>
                    <a:pt x="25" y="8"/>
                    <a:pt x="25" y="8"/>
                  </a:cubicBezTo>
                  <a:cubicBezTo>
                    <a:pt x="26" y="11"/>
                    <a:pt x="26" y="11"/>
                    <a:pt x="26" y="11"/>
                  </a:cubicBezTo>
                  <a:cubicBezTo>
                    <a:pt x="26" y="14"/>
                    <a:pt x="26" y="14"/>
                    <a:pt x="26" y="14"/>
                  </a:cubicBezTo>
                  <a:cubicBezTo>
                    <a:pt x="26" y="16"/>
                    <a:pt x="26" y="17"/>
                    <a:pt x="26" y="18"/>
                  </a:cubicBezTo>
                  <a:cubicBezTo>
                    <a:pt x="26" y="19"/>
                    <a:pt x="25" y="21"/>
                    <a:pt x="23" y="22"/>
                  </a:cubicBezTo>
                  <a:cubicBezTo>
                    <a:pt x="22" y="23"/>
                    <a:pt x="21" y="24"/>
                    <a:pt x="19" y="24"/>
                  </a:cubicBezTo>
                  <a:cubicBezTo>
                    <a:pt x="18" y="24"/>
                    <a:pt x="17" y="24"/>
                    <a:pt x="16" y="24"/>
                  </a:cubicBezTo>
                  <a:cubicBezTo>
                    <a:pt x="12" y="24"/>
                    <a:pt x="12" y="24"/>
                    <a:pt x="12" y="24"/>
                  </a:cubicBezTo>
                  <a:cubicBezTo>
                    <a:pt x="8" y="23"/>
                    <a:pt x="8" y="23"/>
                    <a:pt x="8" y="23"/>
                  </a:cubicBezTo>
                  <a:cubicBezTo>
                    <a:pt x="8" y="79"/>
                    <a:pt x="8" y="79"/>
                    <a:pt x="8" y="79"/>
                  </a:cubicBezTo>
                  <a:cubicBezTo>
                    <a:pt x="8" y="80"/>
                    <a:pt x="9" y="80"/>
                    <a:pt x="9" y="81"/>
                  </a:cubicBezTo>
                  <a:cubicBezTo>
                    <a:pt x="9" y="81"/>
                    <a:pt x="9" y="81"/>
                    <a:pt x="9" y="81"/>
                  </a:cubicBezTo>
                  <a:cubicBezTo>
                    <a:pt x="10" y="81"/>
                    <a:pt x="10" y="82"/>
                    <a:pt x="11" y="82"/>
                  </a:cubicBezTo>
                  <a:cubicBezTo>
                    <a:pt x="28" y="82"/>
                    <a:pt x="28" y="82"/>
                    <a:pt x="28" y="82"/>
                  </a:cubicBezTo>
                  <a:cubicBezTo>
                    <a:pt x="28" y="82"/>
                    <a:pt x="29" y="83"/>
                    <a:pt x="29" y="84"/>
                  </a:cubicBezTo>
                  <a:cubicBezTo>
                    <a:pt x="31" y="86"/>
                    <a:pt x="34" y="88"/>
                    <a:pt x="37" y="90"/>
                  </a:cubicBezTo>
                  <a:cubicBezTo>
                    <a:pt x="11" y="90"/>
                    <a:pt x="11" y="90"/>
                    <a:pt x="11" y="90"/>
                  </a:cubicBezTo>
                  <a:cubicBezTo>
                    <a:pt x="8" y="90"/>
                    <a:pt x="5" y="89"/>
                    <a:pt x="3" y="87"/>
                  </a:cubicBezTo>
                  <a:cubicBezTo>
                    <a:pt x="3" y="87"/>
                    <a:pt x="3" y="87"/>
                    <a:pt x="3" y="87"/>
                  </a:cubicBezTo>
                  <a:cubicBezTo>
                    <a:pt x="3" y="87"/>
                    <a:pt x="3" y="87"/>
                    <a:pt x="3" y="87"/>
                  </a:cubicBezTo>
                  <a:cubicBezTo>
                    <a:pt x="1" y="85"/>
                    <a:pt x="0" y="82"/>
                    <a:pt x="0" y="79"/>
                  </a:cubicBezTo>
                  <a:cubicBezTo>
                    <a:pt x="0" y="20"/>
                    <a:pt x="0" y="20"/>
                    <a:pt x="0" y="20"/>
                  </a:cubicBezTo>
                  <a:cubicBezTo>
                    <a:pt x="0" y="18"/>
                    <a:pt x="0" y="18"/>
                    <a:pt x="0" y="18"/>
                  </a:cubicBezTo>
                  <a:cubicBezTo>
                    <a:pt x="1" y="17"/>
                    <a:pt x="1" y="17"/>
                    <a:pt x="1" y="17"/>
                  </a:cubicBezTo>
                  <a:cubicBezTo>
                    <a:pt x="18" y="1"/>
                    <a:pt x="18" y="1"/>
                    <a:pt x="18" y="1"/>
                  </a:cubicBezTo>
                  <a:cubicBezTo>
                    <a:pt x="19" y="0"/>
                    <a:pt x="19" y="0"/>
                    <a:pt x="19" y="0"/>
                  </a:cubicBezTo>
                  <a:cubicBezTo>
                    <a:pt x="21" y="0"/>
                    <a:pt x="21" y="0"/>
                    <a:pt x="21" y="0"/>
                  </a:cubicBezTo>
                  <a:close/>
                  <a:moveTo>
                    <a:pt x="17" y="52"/>
                  </a:moveTo>
                  <a:cubicBezTo>
                    <a:pt x="17" y="56"/>
                    <a:pt x="17" y="56"/>
                    <a:pt x="17" y="56"/>
                  </a:cubicBezTo>
                  <a:cubicBezTo>
                    <a:pt x="27" y="56"/>
                    <a:pt x="27" y="56"/>
                    <a:pt x="27" y="56"/>
                  </a:cubicBezTo>
                  <a:cubicBezTo>
                    <a:pt x="27" y="52"/>
                    <a:pt x="27" y="52"/>
                    <a:pt x="27" y="52"/>
                  </a:cubicBezTo>
                  <a:cubicBezTo>
                    <a:pt x="17" y="52"/>
                    <a:pt x="17" y="52"/>
                    <a:pt x="17" y="52"/>
                  </a:cubicBezTo>
                  <a:close/>
                  <a:moveTo>
                    <a:pt x="17" y="40"/>
                  </a:moveTo>
                  <a:cubicBezTo>
                    <a:pt x="17" y="44"/>
                    <a:pt x="17" y="44"/>
                    <a:pt x="17" y="44"/>
                  </a:cubicBezTo>
                  <a:cubicBezTo>
                    <a:pt x="56" y="44"/>
                    <a:pt x="56" y="44"/>
                    <a:pt x="56" y="44"/>
                  </a:cubicBezTo>
                  <a:cubicBezTo>
                    <a:pt x="56" y="40"/>
                    <a:pt x="56" y="40"/>
                    <a:pt x="56" y="40"/>
                  </a:cubicBezTo>
                  <a:cubicBezTo>
                    <a:pt x="17" y="40"/>
                    <a:pt x="17" y="40"/>
                    <a:pt x="17" y="40"/>
                  </a:cubicBezTo>
                  <a:close/>
                  <a:moveTo>
                    <a:pt x="17" y="28"/>
                  </a:moveTo>
                  <a:cubicBezTo>
                    <a:pt x="17" y="33"/>
                    <a:pt x="17" y="33"/>
                    <a:pt x="17" y="33"/>
                  </a:cubicBezTo>
                  <a:cubicBezTo>
                    <a:pt x="56" y="33"/>
                    <a:pt x="56" y="33"/>
                    <a:pt x="56" y="33"/>
                  </a:cubicBezTo>
                  <a:cubicBezTo>
                    <a:pt x="56" y="28"/>
                    <a:pt x="56" y="28"/>
                    <a:pt x="56" y="28"/>
                  </a:cubicBezTo>
                  <a:cubicBezTo>
                    <a:pt x="17" y="28"/>
                    <a:pt x="17" y="28"/>
                    <a:pt x="17" y="28"/>
                  </a:cubicBezTo>
                  <a:close/>
                  <a:moveTo>
                    <a:pt x="34" y="17"/>
                  </a:moveTo>
                  <a:cubicBezTo>
                    <a:pt x="34" y="22"/>
                    <a:pt x="34" y="22"/>
                    <a:pt x="34" y="22"/>
                  </a:cubicBezTo>
                  <a:cubicBezTo>
                    <a:pt x="56" y="22"/>
                    <a:pt x="56" y="22"/>
                    <a:pt x="56" y="22"/>
                  </a:cubicBezTo>
                  <a:cubicBezTo>
                    <a:pt x="56" y="17"/>
                    <a:pt x="56" y="17"/>
                    <a:pt x="56" y="17"/>
                  </a:cubicBezTo>
                  <a:cubicBezTo>
                    <a:pt x="34" y="17"/>
                    <a:pt x="34" y="17"/>
                    <a:pt x="34" y="17"/>
                  </a:cubicBezTo>
                  <a:close/>
                  <a:moveTo>
                    <a:pt x="41" y="69"/>
                  </a:moveTo>
                  <a:cubicBezTo>
                    <a:pt x="43" y="64"/>
                    <a:pt x="48" y="61"/>
                    <a:pt x="55" y="60"/>
                  </a:cubicBezTo>
                  <a:cubicBezTo>
                    <a:pt x="48" y="56"/>
                    <a:pt x="39" y="62"/>
                    <a:pt x="41" y="69"/>
                  </a:cubicBezTo>
                  <a:close/>
                  <a:moveTo>
                    <a:pt x="38" y="54"/>
                  </a:moveTo>
                  <a:cubicBezTo>
                    <a:pt x="34" y="57"/>
                    <a:pt x="32" y="61"/>
                    <a:pt x="31" y="66"/>
                  </a:cubicBezTo>
                  <a:cubicBezTo>
                    <a:pt x="31" y="70"/>
                    <a:pt x="32" y="75"/>
                    <a:pt x="35" y="79"/>
                  </a:cubicBezTo>
                  <a:cubicBezTo>
                    <a:pt x="38" y="83"/>
                    <a:pt x="43" y="86"/>
                    <a:pt x="47" y="86"/>
                  </a:cubicBezTo>
                  <a:cubicBezTo>
                    <a:pt x="51" y="87"/>
                    <a:pt x="55" y="86"/>
                    <a:pt x="58" y="84"/>
                  </a:cubicBezTo>
                  <a:cubicBezTo>
                    <a:pt x="58" y="85"/>
                    <a:pt x="58" y="86"/>
                    <a:pt x="59" y="87"/>
                  </a:cubicBezTo>
                  <a:cubicBezTo>
                    <a:pt x="65" y="95"/>
                    <a:pt x="65" y="95"/>
                    <a:pt x="65" y="95"/>
                  </a:cubicBezTo>
                  <a:cubicBezTo>
                    <a:pt x="67" y="97"/>
                    <a:pt x="69" y="97"/>
                    <a:pt x="71" y="96"/>
                  </a:cubicBezTo>
                  <a:cubicBezTo>
                    <a:pt x="71" y="96"/>
                    <a:pt x="71" y="96"/>
                    <a:pt x="71" y="96"/>
                  </a:cubicBezTo>
                  <a:cubicBezTo>
                    <a:pt x="73" y="94"/>
                    <a:pt x="74" y="91"/>
                    <a:pt x="72" y="90"/>
                  </a:cubicBezTo>
                  <a:cubicBezTo>
                    <a:pt x="66" y="82"/>
                    <a:pt x="66" y="82"/>
                    <a:pt x="66" y="82"/>
                  </a:cubicBezTo>
                  <a:cubicBezTo>
                    <a:pt x="65" y="81"/>
                    <a:pt x="64" y="80"/>
                    <a:pt x="63" y="80"/>
                  </a:cubicBezTo>
                  <a:cubicBezTo>
                    <a:pt x="66" y="77"/>
                    <a:pt x="67" y="74"/>
                    <a:pt x="68" y="70"/>
                  </a:cubicBezTo>
                  <a:cubicBezTo>
                    <a:pt x="68" y="66"/>
                    <a:pt x="67" y="61"/>
                    <a:pt x="64" y="57"/>
                  </a:cubicBezTo>
                  <a:cubicBezTo>
                    <a:pt x="61" y="53"/>
                    <a:pt x="56" y="50"/>
                    <a:pt x="52" y="50"/>
                  </a:cubicBezTo>
                  <a:cubicBezTo>
                    <a:pt x="47" y="49"/>
                    <a:pt x="42" y="50"/>
                    <a:pt x="38" y="54"/>
                  </a:cubicBezTo>
                  <a:close/>
                  <a:moveTo>
                    <a:pt x="51" y="56"/>
                  </a:moveTo>
                  <a:cubicBezTo>
                    <a:pt x="48" y="56"/>
                    <a:pt x="45" y="56"/>
                    <a:pt x="42" y="58"/>
                  </a:cubicBezTo>
                  <a:cubicBezTo>
                    <a:pt x="39" y="61"/>
                    <a:pt x="38" y="63"/>
                    <a:pt x="37" y="67"/>
                  </a:cubicBezTo>
                  <a:cubicBezTo>
                    <a:pt x="37" y="70"/>
                    <a:pt x="38" y="73"/>
                    <a:pt x="40" y="76"/>
                  </a:cubicBezTo>
                  <a:cubicBezTo>
                    <a:pt x="42" y="78"/>
                    <a:pt x="45" y="80"/>
                    <a:pt x="48" y="80"/>
                  </a:cubicBezTo>
                  <a:cubicBezTo>
                    <a:pt x="51" y="80"/>
                    <a:pt x="54" y="80"/>
                    <a:pt x="57" y="78"/>
                  </a:cubicBezTo>
                  <a:cubicBezTo>
                    <a:pt x="60" y="76"/>
                    <a:pt x="61" y="73"/>
                    <a:pt x="61" y="69"/>
                  </a:cubicBezTo>
                  <a:cubicBezTo>
                    <a:pt x="62" y="66"/>
                    <a:pt x="61" y="63"/>
                    <a:pt x="59" y="61"/>
                  </a:cubicBezTo>
                  <a:cubicBezTo>
                    <a:pt x="57" y="58"/>
                    <a:pt x="54" y="56"/>
                    <a:pt x="51" y="56"/>
                  </a:cubicBezTo>
                  <a:close/>
                  <a:moveTo>
                    <a:pt x="21" y="9"/>
                  </a:moveTo>
                  <a:cubicBezTo>
                    <a:pt x="11" y="19"/>
                    <a:pt x="11" y="19"/>
                    <a:pt x="11" y="19"/>
                  </a:cubicBezTo>
                  <a:cubicBezTo>
                    <a:pt x="13" y="19"/>
                    <a:pt x="13" y="19"/>
                    <a:pt x="13" y="19"/>
                  </a:cubicBezTo>
                  <a:cubicBezTo>
                    <a:pt x="17" y="20"/>
                    <a:pt x="17" y="20"/>
                    <a:pt x="17" y="20"/>
                  </a:cubicBezTo>
                  <a:cubicBezTo>
                    <a:pt x="17" y="20"/>
                    <a:pt x="17" y="20"/>
                    <a:pt x="17" y="20"/>
                  </a:cubicBezTo>
                  <a:cubicBezTo>
                    <a:pt x="17" y="20"/>
                    <a:pt x="17" y="20"/>
                    <a:pt x="17" y="20"/>
                  </a:cubicBezTo>
                  <a:cubicBezTo>
                    <a:pt x="17" y="20"/>
                    <a:pt x="18" y="20"/>
                    <a:pt x="18" y="20"/>
                  </a:cubicBezTo>
                  <a:cubicBezTo>
                    <a:pt x="19" y="20"/>
                    <a:pt x="20" y="19"/>
                    <a:pt x="21" y="19"/>
                  </a:cubicBezTo>
                  <a:cubicBezTo>
                    <a:pt x="21" y="18"/>
                    <a:pt x="22" y="17"/>
                    <a:pt x="22" y="17"/>
                  </a:cubicBezTo>
                  <a:cubicBezTo>
                    <a:pt x="22" y="16"/>
                    <a:pt x="22" y="16"/>
                    <a:pt x="22" y="15"/>
                  </a:cubicBezTo>
                  <a:cubicBezTo>
                    <a:pt x="22" y="15"/>
                    <a:pt x="22" y="15"/>
                    <a:pt x="22" y="15"/>
                  </a:cubicBezTo>
                  <a:cubicBezTo>
                    <a:pt x="22" y="15"/>
                    <a:pt x="22" y="15"/>
                    <a:pt x="22" y="15"/>
                  </a:cubicBezTo>
                  <a:cubicBezTo>
                    <a:pt x="21" y="11"/>
                    <a:pt x="21" y="11"/>
                    <a:pt x="21" y="11"/>
                  </a:cubicBezTo>
                  <a:lnTo>
                    <a:pt x="21" y="9"/>
                  </a:lnTo>
                  <a:close/>
                </a:path>
              </a:pathLst>
            </a:custGeom>
            <a:solidFill>
              <a:srgbClr val="3B3838"/>
            </a:solidFill>
            <a:ln>
              <a:noFill/>
            </a:ln>
          </p:spPr>
          <p:style>
            <a:lnRef idx="0">
              <a:srgbClr val="FFFFFF"/>
            </a:lnRef>
            <a:fillRef idx="0">
              <a:srgbClr val="FFFFFF"/>
            </a:fillRef>
            <a:effectRef idx="0">
              <a:srgbClr val="FFFFFF"/>
            </a:effectRef>
            <a:fontRef idx="minor"/>
          </p:style>
        </p:sp>
      </p:grpSp>
      <p:grpSp>
        <p:nvGrpSpPr>
          <p:cNvPr id="180" name="Group 40"/>
          <p:cNvGrpSpPr/>
          <p:nvPr/>
        </p:nvGrpSpPr>
        <p:grpSpPr>
          <a:xfrm>
            <a:off x="6865245" y="4055035"/>
            <a:ext cx="4841640" cy="712800"/>
            <a:chOff x="6916680" y="3724200"/>
            <a:chExt cx="4841640" cy="712800"/>
          </a:xfrm>
        </p:grpSpPr>
        <p:grpSp>
          <p:nvGrpSpPr>
            <p:cNvPr id="181" name="Group 41"/>
            <p:cNvGrpSpPr/>
            <p:nvPr/>
          </p:nvGrpSpPr>
          <p:grpSpPr>
            <a:xfrm>
              <a:off x="6916680" y="3724200"/>
              <a:ext cx="4841640" cy="712800"/>
              <a:chOff x="6916680" y="3724200"/>
              <a:chExt cx="4841640" cy="712800"/>
            </a:xfrm>
          </p:grpSpPr>
          <p:sp>
            <p:nvSpPr>
              <p:cNvPr id="182" name="CustomShape 42"/>
              <p:cNvSpPr/>
              <p:nvPr/>
            </p:nvSpPr>
            <p:spPr>
              <a:xfrm>
                <a:off x="8647920" y="3833280"/>
                <a:ext cx="2839320" cy="519430"/>
              </a:xfrm>
              <a:prstGeom prst="rect">
                <a:avLst/>
              </a:prstGeom>
              <a:noFill/>
              <a:ln>
                <a:noFill/>
              </a:ln>
            </p:spPr>
            <p:style>
              <a:lnRef idx="0">
                <a:srgbClr val="FFFFFF"/>
              </a:lnRef>
              <a:fillRef idx="0">
                <a:srgbClr val="FFFFFF"/>
              </a:fillRef>
              <a:effectRef idx="0">
                <a:srgbClr val="FFFFFF"/>
              </a:effectRef>
              <a:fontRef idx="minor"/>
            </p:style>
            <p:txBody>
              <a:bodyPr lIns="90000" tIns="45000" rIns="90000" bIns="45000">
                <a:spAutoFit/>
              </a:bodyPr>
              <a:lstStyle/>
              <a:p>
                <a:pPr algn="ctr">
                  <a:lnSpc>
                    <a:spcPct val="100000"/>
                  </a:lnSpc>
                  <a:tabLst>
                    <a:tab pos="0" algn="l"/>
                  </a:tabLst>
                </a:pPr>
                <a:r>
                  <a:rPr lang="en-US" sz="2800" b="0" strike="noStrike" spc="-1">
                    <a:solidFill>
                      <a:srgbClr val="044875"/>
                    </a:solidFill>
                    <a:latin typeface="微软雅黑" panose="020B0503020204020204" charset="-122"/>
                    <a:ea typeface="微软雅黑" panose="020B0503020204020204" charset="-122"/>
                  </a:rPr>
                  <a:t> </a:t>
                </a:r>
                <a:r>
                  <a:rPr lang="zh-CN" sz="2800" b="0" strike="noStrike" spc="-1">
                    <a:solidFill>
                      <a:srgbClr val="044875"/>
                    </a:solidFill>
                    <a:latin typeface="微软雅黑" panose="020B0503020204020204" charset="-122"/>
                    <a:ea typeface="微软雅黑" panose="020B0503020204020204" charset="-122"/>
                  </a:rPr>
                  <a:t>致谢</a:t>
                </a:r>
              </a:p>
            </p:txBody>
          </p:sp>
          <p:sp>
            <p:nvSpPr>
              <p:cNvPr id="183" name="CustomShape 43"/>
              <p:cNvSpPr/>
              <p:nvPr/>
            </p:nvSpPr>
            <p:spPr>
              <a:xfrm>
                <a:off x="7799400" y="3724200"/>
                <a:ext cx="3958920" cy="711000"/>
              </a:xfrm>
              <a:prstGeom prst="rect">
                <a:avLst/>
              </a:prstGeom>
              <a:noFill/>
              <a:ln w="25560">
                <a:solidFill>
                  <a:srgbClr val="044875"/>
                </a:solidFill>
                <a:miter/>
              </a:ln>
            </p:spPr>
            <p:style>
              <a:lnRef idx="0">
                <a:srgbClr val="FFFFFF"/>
              </a:lnRef>
              <a:fillRef idx="0">
                <a:srgbClr val="FFFFFF"/>
              </a:fillRef>
              <a:effectRef idx="0">
                <a:srgbClr val="FFFFFF"/>
              </a:effectRef>
              <a:fontRef idx="minor"/>
            </p:style>
          </p:sp>
          <p:sp>
            <p:nvSpPr>
              <p:cNvPr id="184" name="Line 44"/>
              <p:cNvSpPr/>
              <p:nvPr/>
            </p:nvSpPr>
            <p:spPr>
              <a:xfrm flipH="1">
                <a:off x="8664480" y="3724200"/>
                <a:ext cx="12600" cy="712800"/>
              </a:xfrm>
              <a:prstGeom prst="line">
                <a:avLst/>
              </a:prstGeom>
              <a:ln w="25560">
                <a:solidFill>
                  <a:srgbClr val="044875"/>
                </a:solidFill>
                <a:prstDash val="dash"/>
                <a:miter/>
              </a:ln>
            </p:spPr>
            <p:style>
              <a:lnRef idx="0">
                <a:srgbClr val="FFFFFF"/>
              </a:lnRef>
              <a:fillRef idx="0">
                <a:srgbClr val="FFFFFF"/>
              </a:fillRef>
              <a:effectRef idx="0">
                <a:srgbClr val="FFFFFF"/>
              </a:effectRef>
              <a:fontRef idx="minor"/>
            </p:style>
          </p:sp>
          <p:grpSp>
            <p:nvGrpSpPr>
              <p:cNvPr id="185" name="Group 45"/>
              <p:cNvGrpSpPr/>
              <p:nvPr/>
            </p:nvGrpSpPr>
            <p:grpSpPr>
              <a:xfrm>
                <a:off x="6916680" y="3724200"/>
                <a:ext cx="917640" cy="711000"/>
                <a:chOff x="6916680" y="3724200"/>
                <a:chExt cx="917640" cy="711000"/>
              </a:xfrm>
            </p:grpSpPr>
            <p:sp>
              <p:nvSpPr>
                <p:cNvPr id="186" name="CustomShape 46"/>
                <p:cNvSpPr/>
                <p:nvPr/>
              </p:nvSpPr>
              <p:spPr>
                <a:xfrm>
                  <a:off x="7020000" y="3724200"/>
                  <a:ext cx="711000" cy="711000"/>
                </a:xfrm>
                <a:prstGeom prst="rect">
                  <a:avLst/>
                </a:prstGeom>
                <a:noFill/>
                <a:ln w="25560">
                  <a:solidFill>
                    <a:srgbClr val="044875"/>
                  </a:solidFill>
                  <a:miter/>
                </a:ln>
              </p:spPr>
              <p:style>
                <a:lnRef idx="0">
                  <a:srgbClr val="FFFFFF"/>
                </a:lnRef>
                <a:fillRef idx="0">
                  <a:srgbClr val="FFFFFF"/>
                </a:fillRef>
                <a:effectRef idx="0">
                  <a:srgbClr val="FFFFFF"/>
                </a:effectRef>
                <a:fontRef idx="minor"/>
              </p:style>
            </p:sp>
            <p:sp>
              <p:nvSpPr>
                <p:cNvPr id="187" name="CustomShape 47"/>
                <p:cNvSpPr/>
                <p:nvPr/>
              </p:nvSpPr>
              <p:spPr>
                <a:xfrm>
                  <a:off x="6916680" y="3724200"/>
                  <a:ext cx="917640" cy="638280"/>
                </a:xfrm>
                <a:prstGeom prst="rect">
                  <a:avLst/>
                </a:prstGeom>
                <a:noFill/>
                <a:ln>
                  <a:noFill/>
                </a:ln>
              </p:spPr>
              <p:style>
                <a:lnRef idx="0">
                  <a:srgbClr val="FFFFFF"/>
                </a:lnRef>
                <a:fillRef idx="0">
                  <a:srgbClr val="FFFFFF"/>
                </a:fillRef>
                <a:effectRef idx="0">
                  <a:srgbClr val="FFFFFF"/>
                </a:effectRef>
                <a:fontRef idx="minor"/>
              </p:style>
              <p:txBody>
                <a:bodyPr lIns="90000" tIns="45000" rIns="90000" bIns="45000">
                  <a:spAutoFit/>
                </a:bodyPr>
                <a:lstStyle/>
                <a:p>
                  <a:pPr algn="ctr">
                    <a:lnSpc>
                      <a:spcPct val="100000"/>
                    </a:lnSpc>
                    <a:tabLst>
                      <a:tab pos="0" algn="l"/>
                    </a:tabLst>
                  </a:pPr>
                  <a:r>
                    <a:rPr lang="en-US" sz="3600" b="0" strike="noStrike" spc="-1">
                      <a:solidFill>
                        <a:srgbClr val="044875"/>
                      </a:solidFill>
                      <a:latin typeface="Impact" panose="020B0806030902050204"/>
                      <a:ea typeface="宋体" panose="02010600030101010101" pitchFamily="2" charset="-122"/>
                    </a:rPr>
                    <a:t>04</a:t>
                  </a:r>
                  <a:endParaRPr lang="en-US" sz="3600" b="0" strike="noStrike" spc="-1">
                    <a:latin typeface="Arial" panose="020B0604020202020204"/>
                  </a:endParaRPr>
                </a:p>
              </p:txBody>
            </p:sp>
          </p:grpSp>
        </p:grpSp>
        <p:sp>
          <p:nvSpPr>
            <p:cNvPr id="188" name="CustomShape 48"/>
            <p:cNvSpPr/>
            <p:nvPr/>
          </p:nvSpPr>
          <p:spPr>
            <a:xfrm>
              <a:off x="7920000" y="3852720"/>
              <a:ext cx="604800" cy="455400"/>
            </a:xfrm>
            <a:custGeom>
              <a:avLst/>
              <a:gdLst/>
              <a:ahLst/>
              <a:cxnLst/>
              <a:rect l="l" t="t" r="r" b="b"/>
              <a:pathLst>
                <a:path w="111" h="84">
                  <a:moveTo>
                    <a:pt x="17" y="2"/>
                  </a:moveTo>
                  <a:cubicBezTo>
                    <a:pt x="22" y="0"/>
                    <a:pt x="26" y="1"/>
                    <a:pt x="29" y="4"/>
                  </a:cubicBezTo>
                  <a:cubicBezTo>
                    <a:pt x="27" y="21"/>
                    <a:pt x="24" y="37"/>
                    <a:pt x="20" y="51"/>
                  </a:cubicBezTo>
                  <a:cubicBezTo>
                    <a:pt x="15" y="50"/>
                    <a:pt x="10" y="49"/>
                    <a:pt x="5" y="48"/>
                  </a:cubicBezTo>
                  <a:cubicBezTo>
                    <a:pt x="6" y="31"/>
                    <a:pt x="11" y="15"/>
                    <a:pt x="17" y="2"/>
                  </a:cubicBezTo>
                  <a:close/>
                  <a:moveTo>
                    <a:pt x="20" y="68"/>
                  </a:moveTo>
                  <a:cubicBezTo>
                    <a:pt x="17" y="76"/>
                    <a:pt x="17" y="76"/>
                    <a:pt x="17" y="76"/>
                  </a:cubicBezTo>
                  <a:cubicBezTo>
                    <a:pt x="74" y="76"/>
                    <a:pt x="80" y="76"/>
                    <a:pt x="107" y="76"/>
                  </a:cubicBezTo>
                  <a:cubicBezTo>
                    <a:pt x="111" y="76"/>
                    <a:pt x="111" y="76"/>
                    <a:pt x="111" y="76"/>
                  </a:cubicBezTo>
                  <a:cubicBezTo>
                    <a:pt x="111" y="72"/>
                    <a:pt x="111" y="72"/>
                    <a:pt x="111" y="72"/>
                  </a:cubicBezTo>
                  <a:cubicBezTo>
                    <a:pt x="111" y="27"/>
                    <a:pt x="111" y="27"/>
                    <a:pt x="111" y="27"/>
                  </a:cubicBezTo>
                  <a:cubicBezTo>
                    <a:pt x="111" y="26"/>
                    <a:pt x="111" y="26"/>
                    <a:pt x="111" y="26"/>
                  </a:cubicBezTo>
                  <a:cubicBezTo>
                    <a:pt x="110" y="24"/>
                    <a:pt x="110" y="24"/>
                    <a:pt x="110" y="24"/>
                  </a:cubicBezTo>
                  <a:cubicBezTo>
                    <a:pt x="96" y="11"/>
                    <a:pt x="96" y="11"/>
                    <a:pt x="96" y="11"/>
                  </a:cubicBezTo>
                  <a:cubicBezTo>
                    <a:pt x="95" y="10"/>
                    <a:pt x="95" y="10"/>
                    <a:pt x="95" y="10"/>
                  </a:cubicBezTo>
                  <a:cubicBezTo>
                    <a:pt x="93" y="10"/>
                    <a:pt x="93" y="10"/>
                    <a:pt x="93" y="10"/>
                  </a:cubicBezTo>
                  <a:cubicBezTo>
                    <a:pt x="33" y="10"/>
                    <a:pt x="33" y="10"/>
                    <a:pt x="33" y="10"/>
                  </a:cubicBezTo>
                  <a:cubicBezTo>
                    <a:pt x="33" y="12"/>
                    <a:pt x="33" y="15"/>
                    <a:pt x="33" y="17"/>
                  </a:cubicBezTo>
                  <a:cubicBezTo>
                    <a:pt x="89" y="17"/>
                    <a:pt x="89" y="17"/>
                    <a:pt x="89" y="17"/>
                  </a:cubicBezTo>
                  <a:cubicBezTo>
                    <a:pt x="88" y="29"/>
                    <a:pt x="88" y="29"/>
                    <a:pt x="88" y="29"/>
                  </a:cubicBezTo>
                  <a:cubicBezTo>
                    <a:pt x="88" y="31"/>
                    <a:pt x="88" y="31"/>
                    <a:pt x="88" y="31"/>
                  </a:cubicBezTo>
                  <a:cubicBezTo>
                    <a:pt x="90" y="31"/>
                    <a:pt x="90" y="31"/>
                    <a:pt x="90" y="31"/>
                  </a:cubicBezTo>
                  <a:cubicBezTo>
                    <a:pt x="104" y="31"/>
                    <a:pt x="104" y="31"/>
                    <a:pt x="104" y="31"/>
                  </a:cubicBezTo>
                  <a:cubicBezTo>
                    <a:pt x="104" y="68"/>
                    <a:pt x="104" y="68"/>
                    <a:pt x="104" y="68"/>
                  </a:cubicBezTo>
                  <a:cubicBezTo>
                    <a:pt x="84" y="68"/>
                    <a:pt x="61" y="68"/>
                    <a:pt x="20" y="68"/>
                  </a:cubicBezTo>
                  <a:close/>
                  <a:moveTo>
                    <a:pt x="102" y="27"/>
                  </a:moveTo>
                  <a:cubicBezTo>
                    <a:pt x="92" y="27"/>
                    <a:pt x="92" y="27"/>
                    <a:pt x="92" y="27"/>
                  </a:cubicBezTo>
                  <a:cubicBezTo>
                    <a:pt x="93" y="19"/>
                    <a:pt x="93" y="19"/>
                    <a:pt x="93" y="19"/>
                  </a:cubicBezTo>
                  <a:cubicBezTo>
                    <a:pt x="102" y="27"/>
                    <a:pt x="102" y="27"/>
                    <a:pt x="102" y="27"/>
                  </a:cubicBezTo>
                  <a:close/>
                  <a:moveTo>
                    <a:pt x="34" y="45"/>
                  </a:moveTo>
                  <a:cubicBezTo>
                    <a:pt x="79" y="45"/>
                    <a:pt x="79" y="45"/>
                    <a:pt x="79" y="45"/>
                  </a:cubicBezTo>
                  <a:cubicBezTo>
                    <a:pt x="79" y="48"/>
                    <a:pt x="79" y="48"/>
                    <a:pt x="79" y="48"/>
                  </a:cubicBezTo>
                  <a:cubicBezTo>
                    <a:pt x="34" y="48"/>
                    <a:pt x="34" y="48"/>
                    <a:pt x="34" y="48"/>
                  </a:cubicBezTo>
                  <a:cubicBezTo>
                    <a:pt x="34" y="45"/>
                    <a:pt x="34" y="45"/>
                    <a:pt x="34" y="45"/>
                  </a:cubicBezTo>
                  <a:close/>
                  <a:moveTo>
                    <a:pt x="34" y="34"/>
                  </a:moveTo>
                  <a:cubicBezTo>
                    <a:pt x="75" y="34"/>
                    <a:pt x="75" y="34"/>
                    <a:pt x="75" y="34"/>
                  </a:cubicBezTo>
                  <a:cubicBezTo>
                    <a:pt x="75" y="37"/>
                    <a:pt x="75" y="37"/>
                    <a:pt x="75" y="37"/>
                  </a:cubicBezTo>
                  <a:cubicBezTo>
                    <a:pt x="34" y="37"/>
                    <a:pt x="34" y="37"/>
                    <a:pt x="34" y="37"/>
                  </a:cubicBezTo>
                  <a:cubicBezTo>
                    <a:pt x="34" y="34"/>
                    <a:pt x="34" y="34"/>
                    <a:pt x="34" y="34"/>
                  </a:cubicBezTo>
                  <a:close/>
                  <a:moveTo>
                    <a:pt x="34" y="23"/>
                  </a:moveTo>
                  <a:cubicBezTo>
                    <a:pt x="75" y="23"/>
                    <a:pt x="75" y="23"/>
                    <a:pt x="75" y="23"/>
                  </a:cubicBezTo>
                  <a:cubicBezTo>
                    <a:pt x="75" y="26"/>
                    <a:pt x="75" y="26"/>
                    <a:pt x="75" y="26"/>
                  </a:cubicBezTo>
                  <a:cubicBezTo>
                    <a:pt x="34" y="26"/>
                    <a:pt x="34" y="26"/>
                    <a:pt x="34" y="26"/>
                  </a:cubicBezTo>
                  <a:cubicBezTo>
                    <a:pt x="34" y="23"/>
                    <a:pt x="34" y="23"/>
                    <a:pt x="34" y="23"/>
                  </a:cubicBezTo>
                  <a:close/>
                  <a:moveTo>
                    <a:pt x="4" y="70"/>
                  </a:moveTo>
                  <a:cubicBezTo>
                    <a:pt x="10" y="72"/>
                    <a:pt x="10" y="72"/>
                    <a:pt x="10" y="72"/>
                  </a:cubicBezTo>
                  <a:cubicBezTo>
                    <a:pt x="10" y="79"/>
                    <a:pt x="10" y="79"/>
                    <a:pt x="10" y="79"/>
                  </a:cubicBezTo>
                  <a:cubicBezTo>
                    <a:pt x="5" y="84"/>
                    <a:pt x="5" y="84"/>
                    <a:pt x="5" y="84"/>
                  </a:cubicBezTo>
                  <a:cubicBezTo>
                    <a:pt x="4" y="84"/>
                    <a:pt x="3" y="83"/>
                    <a:pt x="2" y="83"/>
                  </a:cubicBezTo>
                  <a:cubicBezTo>
                    <a:pt x="0" y="76"/>
                    <a:pt x="0" y="76"/>
                    <a:pt x="0" y="76"/>
                  </a:cubicBezTo>
                  <a:cubicBezTo>
                    <a:pt x="4" y="70"/>
                    <a:pt x="4" y="70"/>
                    <a:pt x="4" y="70"/>
                  </a:cubicBezTo>
                  <a:close/>
                  <a:moveTo>
                    <a:pt x="4" y="51"/>
                  </a:moveTo>
                  <a:cubicBezTo>
                    <a:pt x="4" y="57"/>
                    <a:pt x="3" y="63"/>
                    <a:pt x="2" y="68"/>
                  </a:cubicBezTo>
                  <a:cubicBezTo>
                    <a:pt x="6" y="69"/>
                    <a:pt x="9" y="70"/>
                    <a:pt x="13" y="71"/>
                  </a:cubicBezTo>
                  <a:cubicBezTo>
                    <a:pt x="14" y="65"/>
                    <a:pt x="16" y="60"/>
                    <a:pt x="18" y="54"/>
                  </a:cubicBezTo>
                  <a:cubicBezTo>
                    <a:pt x="14" y="53"/>
                    <a:pt x="9" y="52"/>
                    <a:pt x="4" y="51"/>
                  </a:cubicBezTo>
                  <a:close/>
                </a:path>
              </a:pathLst>
            </a:custGeom>
            <a:solidFill>
              <a:srgbClr val="3B3838"/>
            </a:solidFill>
            <a:ln>
              <a:noFill/>
            </a:ln>
          </p:spPr>
          <p:style>
            <a:lnRef idx="0">
              <a:srgbClr val="FFFFFF"/>
            </a:lnRef>
            <a:fillRef idx="0">
              <a:srgbClr val="FFFFFF"/>
            </a:fillRef>
            <a:effectRef idx="0">
              <a:srgbClr val="FFFFFF"/>
            </a:effectRef>
            <a:fontRef idx="minor"/>
          </p:style>
        </p:sp>
      </p:grpSp>
      <p:sp>
        <p:nvSpPr>
          <p:cNvPr id="198" name="Line 58"/>
          <p:cNvSpPr/>
          <p:nvPr/>
        </p:nvSpPr>
        <p:spPr>
          <a:xfrm flipH="1">
            <a:off x="5482485" y="3286435"/>
            <a:ext cx="1055520" cy="0"/>
          </a:xfrm>
          <a:prstGeom prst="line">
            <a:avLst/>
          </a:prstGeom>
          <a:ln w="19080">
            <a:solidFill>
              <a:srgbClr val="3B3838"/>
            </a:solidFill>
            <a:prstDash val="sysDot"/>
            <a:miter/>
            <a:headEnd type="oval" w="med" len="med"/>
            <a:tailEnd type="oval" w="med" len="med"/>
          </a:ln>
        </p:spPr>
        <p:style>
          <a:lnRef idx="0">
            <a:srgbClr val="FFFFFF"/>
          </a:lnRef>
          <a:fillRef idx="0">
            <a:srgbClr val="FFFFFF"/>
          </a:fillRef>
          <a:effectRef idx="0">
            <a:srgbClr val="FFFFFF"/>
          </a:effectRef>
          <a:fontRef idx="minor"/>
        </p:style>
      </p:sp>
      <p:sp>
        <p:nvSpPr>
          <p:cNvPr id="199" name="Line 59"/>
          <p:cNvSpPr/>
          <p:nvPr/>
        </p:nvSpPr>
        <p:spPr>
          <a:xfrm flipH="1">
            <a:off x="5482485" y="4402435"/>
            <a:ext cx="1055520" cy="0"/>
          </a:xfrm>
          <a:prstGeom prst="line">
            <a:avLst/>
          </a:prstGeom>
          <a:ln w="19080">
            <a:solidFill>
              <a:srgbClr val="3B3838"/>
            </a:solidFill>
            <a:prstDash val="sysDot"/>
            <a:miter/>
            <a:headEnd type="oval" w="med" len="med"/>
            <a:tailEnd type="oval" w="med" len="med"/>
          </a:ln>
        </p:spPr>
        <p:style>
          <a:lnRef idx="0">
            <a:srgbClr val="FFFFFF"/>
          </a:lnRef>
          <a:fillRef idx="0">
            <a:srgbClr val="FFFFFF"/>
          </a:fillRef>
          <a:effectRef idx="0">
            <a:srgbClr val="FFFFFF"/>
          </a:effectRef>
          <a:fontRef idx="minor"/>
        </p:style>
      </p:sp>
      <p:sp>
        <p:nvSpPr>
          <p:cNvPr id="201" name="CustomShape 61"/>
          <p:cNvSpPr/>
          <p:nvPr/>
        </p:nvSpPr>
        <p:spPr>
          <a:xfrm>
            <a:off x="2743200" y="582480"/>
            <a:ext cx="6686280" cy="1735560"/>
          </a:xfrm>
          <a:prstGeom prst="rect">
            <a:avLst/>
          </a:prstGeom>
          <a:noFill/>
          <a:ln>
            <a:noFill/>
          </a:ln>
        </p:spPr>
        <p:style>
          <a:lnRef idx="0">
            <a:srgbClr val="FFFFFF"/>
          </a:lnRef>
          <a:fillRef idx="0">
            <a:srgbClr val="FFFFFF"/>
          </a:fillRef>
          <a:effectRef idx="0">
            <a:srgbClr val="FFFFFF"/>
          </a:effectRef>
          <a:fontRef idx="minor"/>
        </p:style>
        <p:txBody>
          <a:bodyPr lIns="90000" tIns="45000" rIns="90000" bIns="45000">
            <a:spAutoFit/>
          </a:bodyPr>
          <a:lstStyle/>
          <a:p>
            <a:pPr algn="ctr">
              <a:lnSpc>
                <a:spcPct val="100000"/>
              </a:lnSpc>
              <a:tabLst>
                <a:tab pos="0" algn="l"/>
              </a:tabLst>
            </a:pPr>
            <a:r>
              <a:rPr lang="en-US" sz="5400" b="0" strike="noStrike" spc="-1">
                <a:solidFill>
                  <a:srgbClr val="044875"/>
                </a:solidFill>
                <a:latin typeface="Calibri Light" panose="020F0302020204030204"/>
                <a:ea typeface="宋体" panose="02010600030101010101" pitchFamily="2" charset="-122"/>
              </a:rPr>
              <a:t>THE MAIN CONTENTS</a:t>
            </a:r>
            <a:endParaRPr lang="en-US" sz="5400" b="0" strike="noStrike" spc="-1">
              <a:latin typeface="Arial" panose="020B0604020202020204"/>
            </a:endParaRPr>
          </a:p>
        </p:txBody>
      </p:sp>
      <p:grpSp>
        <p:nvGrpSpPr>
          <p:cNvPr id="202" name="Group 62"/>
          <p:cNvGrpSpPr/>
          <p:nvPr/>
        </p:nvGrpSpPr>
        <p:grpSpPr>
          <a:xfrm>
            <a:off x="3456000" y="1511280"/>
            <a:ext cx="5260680" cy="370440"/>
            <a:chOff x="3456000" y="1511280"/>
            <a:chExt cx="5260680" cy="370440"/>
          </a:xfrm>
        </p:grpSpPr>
        <p:sp>
          <p:nvSpPr>
            <p:cNvPr id="203" name="CustomShape 63"/>
            <p:cNvSpPr/>
            <p:nvPr/>
          </p:nvSpPr>
          <p:spPr>
            <a:xfrm>
              <a:off x="3456000" y="1517760"/>
              <a:ext cx="5260680" cy="363960"/>
            </a:xfrm>
            <a:prstGeom prst="rect">
              <a:avLst/>
            </a:prstGeom>
            <a:noFill/>
            <a:ln>
              <a:noFill/>
            </a:ln>
          </p:spPr>
          <p:style>
            <a:lnRef idx="0">
              <a:srgbClr val="FFFFFF"/>
            </a:lnRef>
            <a:fillRef idx="0">
              <a:srgbClr val="FFFFFF"/>
            </a:fillRef>
            <a:effectRef idx="0">
              <a:srgbClr val="FFFFFF"/>
            </a:effectRef>
            <a:fontRef idx="minor"/>
          </p:style>
          <p:txBody>
            <a:bodyPr lIns="90000" tIns="45000" rIns="90000" bIns="45000">
              <a:spAutoFit/>
            </a:bodyPr>
            <a:lstStyle/>
            <a:p>
              <a:pPr algn="ctr">
                <a:lnSpc>
                  <a:spcPct val="100000"/>
                </a:lnSpc>
                <a:tabLst>
                  <a:tab pos="0" algn="l"/>
                </a:tabLst>
              </a:pPr>
              <a:r>
                <a:rPr lang="en-US" sz="1800" b="0" strike="noStrike" spc="-1">
                  <a:solidFill>
                    <a:srgbClr val="044875"/>
                  </a:solidFill>
                  <a:latin typeface="Calibri Light" panose="020F0302020204030204"/>
                  <a:ea typeface="宋体" panose="02010600030101010101" pitchFamily="2" charset="-122"/>
                </a:rPr>
                <a:t>PLEASE ENTER YOUR  SUBTITLE HERE</a:t>
              </a:r>
              <a:endParaRPr lang="en-US" sz="1800" b="0" strike="noStrike" spc="-1">
                <a:latin typeface="Arial" panose="020B0604020202020204"/>
              </a:endParaRPr>
            </a:p>
          </p:txBody>
        </p:sp>
        <p:sp>
          <p:nvSpPr>
            <p:cNvPr id="204" name="Line 64"/>
            <p:cNvSpPr/>
            <p:nvPr/>
          </p:nvSpPr>
          <p:spPr>
            <a:xfrm>
              <a:off x="3700440" y="1511280"/>
              <a:ext cx="4773600" cy="0"/>
            </a:xfrm>
            <a:prstGeom prst="line">
              <a:avLst/>
            </a:prstGeom>
            <a:ln w="25560">
              <a:solidFill>
                <a:srgbClr val="044875"/>
              </a:solidFill>
              <a:miter/>
            </a:ln>
          </p:spPr>
          <p:style>
            <a:lnRef idx="0">
              <a:srgbClr val="FFFFFF"/>
            </a:lnRef>
            <a:fillRef idx="0">
              <a:srgbClr val="FFFFFF"/>
            </a:fillRef>
            <a:effectRef idx="0">
              <a:srgbClr val="FFFFFF"/>
            </a:effectRef>
            <a:fontRef idx="minor"/>
          </p:style>
        </p:sp>
      </p:grpSp>
    </p:spTree>
  </p:cSld>
  <p:clrMapOvr>
    <a:masterClrMapping/>
  </p:clrMapOvr>
  <p:transition spd="slow">
    <p:push dir="u"/>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 name="CustomShape 1"/>
          <p:cNvSpPr/>
          <p:nvPr/>
        </p:nvSpPr>
        <p:spPr>
          <a:xfrm>
            <a:off x="0" y="2014560"/>
            <a:ext cx="12190320" cy="2847600"/>
          </a:xfrm>
          <a:prstGeom prst="rect">
            <a:avLst/>
          </a:prstGeom>
          <a:solidFill>
            <a:srgbClr val="044875"/>
          </a:solidFill>
          <a:ln w="25560">
            <a:noFill/>
          </a:ln>
        </p:spPr>
        <p:style>
          <a:lnRef idx="0">
            <a:srgbClr val="FFFFFF"/>
          </a:lnRef>
          <a:fillRef idx="0">
            <a:srgbClr val="FFFFFF"/>
          </a:fillRef>
          <a:effectRef idx="0">
            <a:srgbClr val="FFFFFF"/>
          </a:effectRef>
          <a:fontRef idx="minor"/>
        </p:style>
      </p:sp>
      <p:sp>
        <p:nvSpPr>
          <p:cNvPr id="206" name="CustomShape 2"/>
          <p:cNvSpPr/>
          <p:nvPr/>
        </p:nvSpPr>
        <p:spPr>
          <a:xfrm>
            <a:off x="0" y="2664000"/>
            <a:ext cx="1095120" cy="539640"/>
          </a:xfrm>
          <a:prstGeom prst="rect">
            <a:avLst/>
          </a:prstGeom>
          <a:solidFill>
            <a:srgbClr val="D6E0E6"/>
          </a:solidFill>
          <a:ln w="25560">
            <a:noFill/>
          </a:ln>
        </p:spPr>
        <p:style>
          <a:lnRef idx="0">
            <a:srgbClr val="FFFFFF"/>
          </a:lnRef>
          <a:fillRef idx="0">
            <a:srgbClr val="FFFFFF"/>
          </a:fillRef>
          <a:effectRef idx="0">
            <a:srgbClr val="FFFFFF"/>
          </a:effectRef>
          <a:fontRef idx="minor"/>
        </p:style>
      </p:sp>
      <p:sp>
        <p:nvSpPr>
          <p:cNvPr id="207" name="CustomShape 3"/>
          <p:cNvSpPr/>
          <p:nvPr/>
        </p:nvSpPr>
        <p:spPr>
          <a:xfrm>
            <a:off x="946080" y="2000160"/>
            <a:ext cx="1537920" cy="1842120"/>
          </a:xfrm>
          <a:prstGeom prst="rect">
            <a:avLst/>
          </a:prstGeom>
          <a:noFill/>
          <a:ln>
            <a:noFill/>
          </a:ln>
        </p:spPr>
        <p:style>
          <a:lnRef idx="0">
            <a:srgbClr val="FFFFFF"/>
          </a:lnRef>
          <a:fillRef idx="0">
            <a:srgbClr val="FFFFFF"/>
          </a:fillRef>
          <a:effectRef idx="0">
            <a:srgbClr val="FFFFFF"/>
          </a:effectRef>
          <a:fontRef idx="minor"/>
        </p:style>
        <p:txBody>
          <a:bodyPr lIns="90000" tIns="45000" rIns="90000" bIns="45000">
            <a:spAutoFit/>
          </a:bodyPr>
          <a:lstStyle/>
          <a:p>
            <a:pPr algn="ctr">
              <a:lnSpc>
                <a:spcPct val="100000"/>
              </a:lnSpc>
              <a:tabLst>
                <a:tab pos="0" algn="l"/>
              </a:tabLst>
            </a:pPr>
            <a:r>
              <a:rPr lang="en-US" sz="11500" b="0" strike="noStrike" spc="-1">
                <a:solidFill>
                  <a:srgbClr val="FFFFFF"/>
                </a:solidFill>
                <a:latin typeface="Impact" panose="020B0806030902050204"/>
                <a:ea typeface="宋体" panose="02010600030101010101" pitchFamily="2" charset="-122"/>
              </a:rPr>
              <a:t>1</a:t>
            </a:r>
            <a:endParaRPr lang="en-US" sz="11500" b="0" strike="noStrike" spc="-1">
              <a:latin typeface="Arial" panose="020B0604020202020204"/>
            </a:endParaRPr>
          </a:p>
        </p:txBody>
      </p:sp>
      <p:sp>
        <p:nvSpPr>
          <p:cNvPr id="208" name="CustomShape 4"/>
          <p:cNvSpPr/>
          <p:nvPr/>
        </p:nvSpPr>
        <p:spPr>
          <a:xfrm>
            <a:off x="419040" y="2638440"/>
            <a:ext cx="569880" cy="577080"/>
          </a:xfrm>
          <a:prstGeom prst="rect">
            <a:avLst/>
          </a:prstGeom>
          <a:noFill/>
          <a:ln>
            <a:noFill/>
          </a:ln>
        </p:spPr>
        <p:style>
          <a:lnRef idx="0">
            <a:srgbClr val="FFFFFF"/>
          </a:lnRef>
          <a:fillRef idx="0">
            <a:srgbClr val="FFFFFF"/>
          </a:fillRef>
          <a:effectRef idx="0">
            <a:srgbClr val="FFFFFF"/>
          </a:effectRef>
          <a:fontRef idx="minor"/>
        </p:style>
        <p:txBody>
          <a:bodyPr lIns="90000" tIns="45000" rIns="90000" bIns="45000">
            <a:spAutoFit/>
          </a:bodyPr>
          <a:lstStyle/>
          <a:p>
            <a:pPr>
              <a:lnSpc>
                <a:spcPct val="100000"/>
              </a:lnSpc>
              <a:tabLst>
                <a:tab pos="0" algn="l"/>
              </a:tabLst>
            </a:pPr>
            <a:r>
              <a:rPr lang="zh-CN" sz="3200" b="1" strike="noStrike" spc="-1">
                <a:solidFill>
                  <a:srgbClr val="044875"/>
                </a:solidFill>
                <a:latin typeface="微软雅黑" panose="020B0503020204020204" charset="-122"/>
                <a:ea typeface="微软雅黑" panose="020B0503020204020204" charset="-122"/>
              </a:rPr>
              <a:t>第</a:t>
            </a:r>
            <a:endParaRPr lang="en-US" sz="3200" b="0" strike="noStrike" spc="-1">
              <a:latin typeface="Arial" panose="020B0604020202020204"/>
            </a:endParaRPr>
          </a:p>
        </p:txBody>
      </p:sp>
      <p:sp>
        <p:nvSpPr>
          <p:cNvPr id="209" name="CustomShape 5"/>
          <p:cNvSpPr/>
          <p:nvPr/>
        </p:nvSpPr>
        <p:spPr>
          <a:xfrm>
            <a:off x="2498760" y="2664000"/>
            <a:ext cx="9691560" cy="539640"/>
          </a:xfrm>
          <a:prstGeom prst="rect">
            <a:avLst/>
          </a:prstGeom>
          <a:solidFill>
            <a:srgbClr val="D6E0E6"/>
          </a:solidFill>
          <a:ln w="25560">
            <a:noFill/>
          </a:ln>
        </p:spPr>
        <p:style>
          <a:lnRef idx="0">
            <a:srgbClr val="FFFFFF"/>
          </a:lnRef>
          <a:fillRef idx="0">
            <a:srgbClr val="FFFFFF"/>
          </a:fillRef>
          <a:effectRef idx="0">
            <a:srgbClr val="FFFFFF"/>
          </a:effectRef>
          <a:fontRef idx="minor"/>
        </p:style>
      </p:sp>
      <p:sp>
        <p:nvSpPr>
          <p:cNvPr id="210" name="CustomShape 6"/>
          <p:cNvSpPr/>
          <p:nvPr/>
        </p:nvSpPr>
        <p:spPr>
          <a:xfrm>
            <a:off x="2525760" y="2638440"/>
            <a:ext cx="1765080" cy="577080"/>
          </a:xfrm>
          <a:prstGeom prst="rect">
            <a:avLst/>
          </a:prstGeom>
          <a:noFill/>
          <a:ln>
            <a:noFill/>
          </a:ln>
        </p:spPr>
        <p:style>
          <a:lnRef idx="0">
            <a:srgbClr val="FFFFFF"/>
          </a:lnRef>
          <a:fillRef idx="0">
            <a:srgbClr val="FFFFFF"/>
          </a:fillRef>
          <a:effectRef idx="0">
            <a:srgbClr val="FFFFFF"/>
          </a:effectRef>
          <a:fontRef idx="minor"/>
        </p:style>
        <p:txBody>
          <a:bodyPr lIns="90000" tIns="45000" rIns="90000" bIns="45000">
            <a:spAutoFit/>
          </a:bodyPr>
          <a:lstStyle/>
          <a:p>
            <a:pPr>
              <a:lnSpc>
                <a:spcPct val="100000"/>
              </a:lnSpc>
              <a:tabLst>
                <a:tab pos="0" algn="l"/>
              </a:tabLst>
            </a:pPr>
            <a:r>
              <a:rPr lang="zh-CN" sz="3200" b="1" strike="noStrike" spc="-1">
                <a:solidFill>
                  <a:srgbClr val="044875"/>
                </a:solidFill>
                <a:latin typeface="微软雅黑" panose="020B0503020204020204" charset="-122"/>
                <a:ea typeface="微软雅黑" panose="020B0503020204020204" charset="-122"/>
              </a:rPr>
              <a:t>部分</a:t>
            </a:r>
            <a:endParaRPr lang="en-US" sz="3200" b="0" strike="noStrike" spc="-1">
              <a:latin typeface="Arial" panose="020B0604020202020204"/>
            </a:endParaRPr>
          </a:p>
        </p:txBody>
      </p:sp>
      <p:sp>
        <p:nvSpPr>
          <p:cNvPr id="211" name="CustomShape 7"/>
          <p:cNvSpPr/>
          <p:nvPr/>
        </p:nvSpPr>
        <p:spPr>
          <a:xfrm>
            <a:off x="6791400" y="3632040"/>
            <a:ext cx="5725800" cy="820800"/>
          </a:xfrm>
          <a:prstGeom prst="rect">
            <a:avLst/>
          </a:prstGeom>
          <a:noFill/>
          <a:ln>
            <a:noFill/>
          </a:ln>
        </p:spPr>
        <p:style>
          <a:lnRef idx="0">
            <a:srgbClr val="FFFFFF"/>
          </a:lnRef>
          <a:fillRef idx="0">
            <a:srgbClr val="FFFFFF"/>
          </a:fillRef>
          <a:effectRef idx="0">
            <a:srgbClr val="FFFFFF"/>
          </a:effectRef>
          <a:fontRef idx="minor"/>
        </p:style>
        <p:txBody>
          <a:bodyPr lIns="90000" tIns="45000" rIns="90000" bIns="45000">
            <a:spAutoFit/>
          </a:bodyPr>
          <a:lstStyle/>
          <a:p>
            <a:pPr algn="ctr">
              <a:lnSpc>
                <a:spcPct val="100000"/>
              </a:lnSpc>
              <a:tabLst>
                <a:tab pos="0" algn="l"/>
              </a:tabLst>
            </a:pPr>
            <a:r>
              <a:rPr lang="zh-CN" sz="4800" b="1" strike="noStrike" spc="-1">
                <a:solidFill>
                  <a:srgbClr val="FFFFFF"/>
                </a:solidFill>
                <a:latin typeface="微软雅黑" panose="020B0503020204020204" charset="-122"/>
                <a:ea typeface="微软雅黑" panose="020B0503020204020204" charset="-122"/>
              </a:rPr>
              <a:t>研究意义及目的</a:t>
            </a:r>
            <a:endParaRPr lang="en-US" sz="4800" b="0" strike="noStrike" spc="-1">
              <a:latin typeface="Arial" panose="020B0604020202020204"/>
            </a:endParaRPr>
          </a:p>
        </p:txBody>
      </p:sp>
    </p:spTree>
  </p:cSld>
  <p:clrMapOvr>
    <a:masterClrMapping/>
  </p:clrMapOvr>
  <p:transition spd="slow">
    <p:push dir="u"/>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2" name="CustomShape 1"/>
          <p:cNvSpPr/>
          <p:nvPr/>
        </p:nvSpPr>
        <p:spPr>
          <a:xfrm>
            <a:off x="190501" y="1732640"/>
            <a:ext cx="3671570" cy="3427049"/>
          </a:xfrm>
          <a:prstGeom prst="rect">
            <a:avLst/>
          </a:prstGeom>
          <a:noFill/>
          <a:ln>
            <a:noFill/>
          </a:ln>
        </p:spPr>
        <p:style>
          <a:lnRef idx="0">
            <a:srgbClr val="FFFFFF"/>
          </a:lnRef>
          <a:fillRef idx="0">
            <a:srgbClr val="FFFFFF"/>
          </a:fillRef>
          <a:effectRef idx="0">
            <a:srgbClr val="FFFFFF"/>
          </a:effectRef>
          <a:fontRef idx="minor"/>
        </p:style>
        <p:txBody>
          <a:bodyPr wrap="square" lIns="90000" tIns="45000" rIns="90000" bIns="45000">
            <a:spAutoFit/>
          </a:bodyPr>
          <a:lstStyle/>
          <a:p>
            <a:pPr indent="360045" fontAlgn="auto">
              <a:lnSpc>
                <a:spcPct val="150000"/>
              </a:lnSpc>
              <a:spcBef>
                <a:spcPts val="500"/>
              </a:spcBef>
              <a:tabLst>
                <a:tab pos="0" algn="l"/>
              </a:tabLst>
            </a:pPr>
            <a:r>
              <a:rPr lang="zh-CN" altLang="en-US" spc="-1" dirty="0">
                <a:solidFill>
                  <a:srgbClr val="3B3838"/>
                </a:solidFill>
                <a:latin typeface="Calibri" panose="020F0502020204030204"/>
                <a:ea typeface="宋体" panose="02010600030101010101" pitchFamily="2" charset="-122"/>
              </a:rPr>
              <a:t>视觉 </a:t>
            </a:r>
            <a:r>
              <a:rPr lang="en-US" altLang="zh-CN" spc="-1" dirty="0">
                <a:solidFill>
                  <a:srgbClr val="3B3838"/>
                </a:solidFill>
                <a:latin typeface="Calibri" panose="020F0502020204030204"/>
                <a:ea typeface="宋体" panose="02010600030101010101" pitchFamily="2" charset="-122"/>
              </a:rPr>
              <a:t>SLAM</a:t>
            </a:r>
            <a:r>
              <a:rPr lang="zh-CN" altLang="en-US" spc="-1" dirty="0">
                <a:solidFill>
                  <a:srgbClr val="3B3838"/>
                </a:solidFill>
                <a:latin typeface="Calibri" panose="020F0502020204030204"/>
                <a:ea typeface="宋体" panose="02010600030101010101" pitchFamily="2" charset="-122"/>
              </a:rPr>
              <a:t>（即同时定位与建图）的核心目标是：仅依赖相机传感器，在未知环境中一边估计自身位姿，一边构建环境地图。</a:t>
            </a:r>
            <a:endParaRPr lang="en-US" altLang="zh-CN" spc="-1" dirty="0">
              <a:solidFill>
                <a:srgbClr val="3B3838"/>
              </a:solidFill>
              <a:latin typeface="Calibri" panose="020F0502020204030204"/>
              <a:ea typeface="宋体" panose="02010600030101010101" pitchFamily="2" charset="-122"/>
            </a:endParaRPr>
          </a:p>
          <a:p>
            <a:pPr indent="360045" fontAlgn="auto">
              <a:lnSpc>
                <a:spcPct val="150000"/>
              </a:lnSpc>
              <a:spcBef>
                <a:spcPts val="500"/>
              </a:spcBef>
              <a:tabLst>
                <a:tab pos="0" algn="l"/>
              </a:tabLst>
            </a:pPr>
            <a:r>
              <a:rPr lang="en-US" altLang="zh-CN" sz="1800" strike="noStrike" spc="-1" dirty="0">
                <a:solidFill>
                  <a:srgbClr val="3B3838"/>
                </a:solidFill>
                <a:latin typeface="Calibri" panose="020F0502020204030204"/>
                <a:ea typeface="宋体" panose="02010600030101010101" pitchFamily="2" charset="-122"/>
              </a:rPr>
              <a:t> </a:t>
            </a:r>
            <a:r>
              <a:rPr lang="zh-CN" altLang="en-US" spc="-1" dirty="0">
                <a:solidFill>
                  <a:srgbClr val="3B3838"/>
                </a:solidFill>
                <a:latin typeface="Calibri" panose="020F0502020204030204"/>
                <a:ea typeface="宋体" panose="02010600030101010101" pitchFamily="2" charset="-122"/>
              </a:rPr>
              <a:t>作为感知与建模未知环境的核心技术，视觉 </a:t>
            </a:r>
            <a:r>
              <a:rPr lang="en-US" altLang="zh-CN" spc="-1" dirty="0">
                <a:solidFill>
                  <a:srgbClr val="3B3838"/>
                </a:solidFill>
                <a:latin typeface="Calibri" panose="020F0502020204030204"/>
                <a:ea typeface="宋体" panose="02010600030101010101" pitchFamily="2" charset="-122"/>
              </a:rPr>
              <a:t>SLAM </a:t>
            </a:r>
            <a:r>
              <a:rPr lang="zh-CN" altLang="en-US" spc="-1" dirty="0">
                <a:solidFill>
                  <a:srgbClr val="3B3838"/>
                </a:solidFill>
                <a:latin typeface="Calibri" panose="020F0502020204030204"/>
                <a:ea typeface="宋体" panose="02010600030101010101" pitchFamily="2" charset="-122"/>
              </a:rPr>
              <a:t>为机器人自主定位、环境建图以及智能交互等应用提供了重要支撑。</a:t>
            </a:r>
            <a:r>
              <a:rPr lang="zh-CN" altLang="en-US" dirty="0"/>
              <a:t> </a:t>
            </a:r>
            <a:endParaRPr lang="en-US" sz="1800" b="0" strike="noStrike" spc="-1" dirty="0">
              <a:latin typeface="Arial" panose="020B0604020202020204"/>
            </a:endParaRPr>
          </a:p>
        </p:txBody>
      </p:sp>
      <p:sp>
        <p:nvSpPr>
          <p:cNvPr id="213" name="CustomShape 2"/>
          <p:cNvSpPr/>
          <p:nvPr/>
        </p:nvSpPr>
        <p:spPr>
          <a:xfrm>
            <a:off x="0" y="254160"/>
            <a:ext cx="607680" cy="236160"/>
          </a:xfrm>
          <a:prstGeom prst="rect">
            <a:avLst/>
          </a:prstGeom>
          <a:solidFill>
            <a:srgbClr val="044875"/>
          </a:solidFill>
          <a:ln w="25560">
            <a:noFill/>
          </a:ln>
        </p:spPr>
        <p:style>
          <a:lnRef idx="0">
            <a:srgbClr val="FFFFFF"/>
          </a:lnRef>
          <a:fillRef idx="0">
            <a:srgbClr val="FFFFFF"/>
          </a:fillRef>
          <a:effectRef idx="0">
            <a:srgbClr val="FFFFFF"/>
          </a:effectRef>
          <a:fontRef idx="minor"/>
        </p:style>
      </p:sp>
      <p:sp>
        <p:nvSpPr>
          <p:cNvPr id="214" name="CustomShape 3"/>
          <p:cNvSpPr/>
          <p:nvPr/>
        </p:nvSpPr>
        <p:spPr>
          <a:xfrm>
            <a:off x="3809880" y="254160"/>
            <a:ext cx="8380080" cy="236160"/>
          </a:xfrm>
          <a:prstGeom prst="rect">
            <a:avLst/>
          </a:prstGeom>
          <a:solidFill>
            <a:srgbClr val="044875"/>
          </a:solidFill>
          <a:ln w="25560">
            <a:noFill/>
          </a:ln>
        </p:spPr>
        <p:style>
          <a:lnRef idx="0">
            <a:srgbClr val="FFFFFF"/>
          </a:lnRef>
          <a:fillRef idx="0">
            <a:srgbClr val="FFFFFF"/>
          </a:fillRef>
          <a:effectRef idx="0">
            <a:srgbClr val="FFFFFF"/>
          </a:effectRef>
          <a:fontRef idx="minor"/>
        </p:style>
      </p:sp>
      <p:grpSp>
        <p:nvGrpSpPr>
          <p:cNvPr id="215" name="Group 4"/>
          <p:cNvGrpSpPr/>
          <p:nvPr/>
        </p:nvGrpSpPr>
        <p:grpSpPr>
          <a:xfrm>
            <a:off x="550800" y="82440"/>
            <a:ext cx="3539880" cy="577080"/>
            <a:chOff x="550800" y="82440"/>
            <a:chExt cx="3539880" cy="577080"/>
          </a:xfrm>
        </p:grpSpPr>
        <p:sp>
          <p:nvSpPr>
            <p:cNvPr id="216" name="CustomShape 5"/>
            <p:cNvSpPr/>
            <p:nvPr/>
          </p:nvSpPr>
          <p:spPr>
            <a:xfrm>
              <a:off x="799560" y="110880"/>
              <a:ext cx="3291120" cy="516960"/>
            </a:xfrm>
            <a:prstGeom prst="rect">
              <a:avLst/>
            </a:prstGeom>
            <a:noFill/>
            <a:ln>
              <a:noFill/>
            </a:ln>
          </p:spPr>
          <p:style>
            <a:lnRef idx="0">
              <a:srgbClr val="FFFFFF"/>
            </a:lnRef>
            <a:fillRef idx="0">
              <a:srgbClr val="FFFFFF"/>
            </a:fillRef>
            <a:effectRef idx="0">
              <a:srgbClr val="FFFFFF"/>
            </a:effectRef>
            <a:fontRef idx="minor"/>
          </p:style>
          <p:txBody>
            <a:bodyPr lIns="90000" tIns="45000" rIns="90000" bIns="45000">
              <a:spAutoFit/>
            </a:bodyPr>
            <a:lstStyle/>
            <a:p>
              <a:pPr algn="ctr">
                <a:lnSpc>
                  <a:spcPct val="100000"/>
                </a:lnSpc>
                <a:tabLst>
                  <a:tab pos="0" algn="l"/>
                </a:tabLst>
              </a:pPr>
              <a:r>
                <a:rPr lang="zh-CN" sz="2800" b="0" strike="noStrike" spc="-1">
                  <a:solidFill>
                    <a:srgbClr val="044875"/>
                  </a:solidFill>
                  <a:latin typeface="微软雅黑" panose="020B0503020204020204" charset="-122"/>
                  <a:ea typeface="微软雅黑" panose="020B0503020204020204" charset="-122"/>
                </a:rPr>
                <a:t>研究背景及目的</a:t>
              </a:r>
              <a:endParaRPr lang="en-US" sz="2800" b="0" strike="noStrike" spc="-1">
                <a:latin typeface="Arial" panose="020B0604020202020204"/>
              </a:endParaRPr>
            </a:p>
          </p:txBody>
        </p:sp>
        <p:sp>
          <p:nvSpPr>
            <p:cNvPr id="217" name="CustomShape 6"/>
            <p:cNvSpPr/>
            <p:nvPr/>
          </p:nvSpPr>
          <p:spPr>
            <a:xfrm>
              <a:off x="550800" y="82440"/>
              <a:ext cx="722160" cy="577080"/>
            </a:xfrm>
            <a:prstGeom prst="rect">
              <a:avLst/>
            </a:prstGeom>
            <a:noFill/>
            <a:ln>
              <a:noFill/>
            </a:ln>
          </p:spPr>
          <p:style>
            <a:lnRef idx="0">
              <a:srgbClr val="FFFFFF"/>
            </a:lnRef>
            <a:fillRef idx="0">
              <a:srgbClr val="FFFFFF"/>
            </a:fillRef>
            <a:effectRef idx="0">
              <a:srgbClr val="FFFFFF"/>
            </a:effectRef>
            <a:fontRef idx="minor"/>
          </p:style>
          <p:txBody>
            <a:bodyPr lIns="90000" tIns="45000" rIns="90000" bIns="45000">
              <a:spAutoFit/>
            </a:bodyPr>
            <a:lstStyle/>
            <a:p>
              <a:pPr algn="ctr">
                <a:lnSpc>
                  <a:spcPct val="100000"/>
                </a:lnSpc>
                <a:tabLst>
                  <a:tab pos="0" algn="l"/>
                </a:tabLst>
              </a:pPr>
              <a:r>
                <a:rPr lang="en-US" sz="3200" b="0" strike="noStrike" spc="-1">
                  <a:solidFill>
                    <a:srgbClr val="3B3838"/>
                  </a:solidFill>
                  <a:latin typeface="Impact" panose="020B0806030902050204"/>
                  <a:ea typeface="宋体" panose="02010600030101010101" pitchFamily="2" charset="-122"/>
                </a:rPr>
                <a:t>01</a:t>
              </a:r>
              <a:endParaRPr lang="en-US" sz="3200" b="0" strike="noStrike" spc="-1">
                <a:latin typeface="Arial" panose="020B0604020202020204"/>
              </a:endParaRPr>
            </a:p>
          </p:txBody>
        </p:sp>
      </p:grpSp>
      <p:sp>
        <p:nvSpPr>
          <p:cNvPr id="218" name="CustomShape 7"/>
          <p:cNvSpPr/>
          <p:nvPr/>
        </p:nvSpPr>
        <p:spPr>
          <a:xfrm>
            <a:off x="11566440" y="6621480"/>
            <a:ext cx="623520" cy="234720"/>
          </a:xfrm>
          <a:prstGeom prst="rect">
            <a:avLst/>
          </a:prstGeom>
          <a:solidFill>
            <a:srgbClr val="044875"/>
          </a:solidFill>
          <a:ln w="25560">
            <a:noFill/>
          </a:ln>
        </p:spPr>
        <p:style>
          <a:lnRef idx="0">
            <a:srgbClr val="FFFFFF"/>
          </a:lnRef>
          <a:fillRef idx="0">
            <a:srgbClr val="FFFFFF"/>
          </a:fillRef>
          <a:effectRef idx="0">
            <a:srgbClr val="FFFFFF"/>
          </a:effectRef>
          <a:fontRef idx="minor"/>
        </p:style>
      </p:sp>
      <p:sp>
        <p:nvSpPr>
          <p:cNvPr id="219" name="CustomShape 8"/>
          <p:cNvSpPr/>
          <p:nvPr/>
        </p:nvSpPr>
        <p:spPr>
          <a:xfrm>
            <a:off x="0" y="6621480"/>
            <a:ext cx="10437480" cy="234720"/>
          </a:xfrm>
          <a:prstGeom prst="rect">
            <a:avLst/>
          </a:prstGeom>
          <a:solidFill>
            <a:srgbClr val="044875"/>
          </a:solidFill>
          <a:ln w="25560">
            <a:noFill/>
          </a:ln>
        </p:spPr>
        <p:style>
          <a:lnRef idx="0">
            <a:srgbClr val="FFFFFF"/>
          </a:lnRef>
          <a:fillRef idx="0">
            <a:srgbClr val="FFFFFF"/>
          </a:fillRef>
          <a:effectRef idx="0">
            <a:srgbClr val="FFFFFF"/>
          </a:effectRef>
          <a:fontRef idx="minor"/>
        </p:style>
      </p:sp>
      <p:sp>
        <p:nvSpPr>
          <p:cNvPr id="220" name="CustomShape 9"/>
          <p:cNvSpPr/>
          <p:nvPr/>
        </p:nvSpPr>
        <p:spPr>
          <a:xfrm>
            <a:off x="10245600" y="6539400"/>
            <a:ext cx="1498320" cy="396240"/>
          </a:xfrm>
          <a:prstGeom prst="rect">
            <a:avLst/>
          </a:prstGeom>
          <a:noFill/>
          <a:ln>
            <a:noFill/>
          </a:ln>
        </p:spPr>
        <p:style>
          <a:lnRef idx="0">
            <a:srgbClr val="FFFFFF"/>
          </a:lnRef>
          <a:fillRef idx="0">
            <a:srgbClr val="FFFFFF"/>
          </a:fillRef>
          <a:effectRef idx="0">
            <a:srgbClr val="FFFFFF"/>
          </a:effectRef>
          <a:fontRef idx="minor"/>
        </p:style>
        <p:txBody>
          <a:bodyPr lIns="90000" tIns="45000" rIns="90000" bIns="45000">
            <a:spAutoFit/>
          </a:bodyPr>
          <a:lstStyle/>
          <a:p>
            <a:pPr algn="ctr">
              <a:lnSpc>
                <a:spcPct val="100000"/>
              </a:lnSpc>
              <a:tabLst>
                <a:tab pos="0" algn="l"/>
              </a:tabLst>
            </a:pPr>
            <a:r>
              <a:rPr lang="en-US" sz="2000" spc="-1" dirty="0">
                <a:latin typeface="Arial" panose="020B0604020202020204"/>
              </a:rPr>
              <a:t>3</a:t>
            </a:r>
            <a:endParaRPr lang="en-US" sz="2000" b="0" strike="noStrike" spc="-1" dirty="0">
              <a:latin typeface="Arial" panose="020B0604020202020204"/>
            </a:endParaRPr>
          </a:p>
        </p:txBody>
      </p:sp>
      <p:grpSp>
        <p:nvGrpSpPr>
          <p:cNvPr id="221" name="Group 10"/>
          <p:cNvGrpSpPr/>
          <p:nvPr/>
        </p:nvGrpSpPr>
        <p:grpSpPr>
          <a:xfrm>
            <a:off x="294120" y="919960"/>
            <a:ext cx="3233520" cy="520560"/>
            <a:chOff x="294120" y="991080"/>
            <a:chExt cx="3233520" cy="520560"/>
          </a:xfrm>
        </p:grpSpPr>
        <p:sp>
          <p:nvSpPr>
            <p:cNvPr id="222" name="CustomShape 11"/>
            <p:cNvSpPr/>
            <p:nvPr/>
          </p:nvSpPr>
          <p:spPr>
            <a:xfrm>
              <a:off x="294120" y="991080"/>
              <a:ext cx="3233520" cy="520560"/>
            </a:xfrm>
            <a:prstGeom prst="rect">
              <a:avLst/>
            </a:prstGeom>
            <a:solidFill>
              <a:srgbClr val="343434"/>
            </a:solidFill>
            <a:ln w="25560">
              <a:noFill/>
            </a:ln>
          </p:spPr>
          <p:style>
            <a:lnRef idx="0">
              <a:srgbClr val="FFFFFF"/>
            </a:lnRef>
            <a:fillRef idx="0">
              <a:srgbClr val="FFFFFF"/>
            </a:fillRef>
            <a:effectRef idx="0">
              <a:srgbClr val="FFFFFF"/>
            </a:effectRef>
            <a:fontRef idx="minor"/>
          </p:style>
        </p:sp>
        <p:sp>
          <p:nvSpPr>
            <p:cNvPr id="223" name="CustomShape 12"/>
            <p:cNvSpPr/>
            <p:nvPr/>
          </p:nvSpPr>
          <p:spPr>
            <a:xfrm>
              <a:off x="294120" y="1021320"/>
              <a:ext cx="3233520" cy="456120"/>
            </a:xfrm>
            <a:prstGeom prst="rect">
              <a:avLst/>
            </a:prstGeom>
            <a:noFill/>
            <a:ln>
              <a:noFill/>
            </a:ln>
          </p:spPr>
          <p:style>
            <a:lnRef idx="0">
              <a:srgbClr val="FFFFFF"/>
            </a:lnRef>
            <a:fillRef idx="0">
              <a:srgbClr val="FFFFFF"/>
            </a:fillRef>
            <a:effectRef idx="0">
              <a:srgbClr val="FFFFFF"/>
            </a:effectRef>
            <a:fontRef idx="minor"/>
          </p:style>
          <p:txBody>
            <a:bodyPr lIns="90000" tIns="45000" rIns="90000" bIns="45000">
              <a:spAutoFit/>
            </a:bodyPr>
            <a:lstStyle/>
            <a:p>
              <a:pPr>
                <a:lnSpc>
                  <a:spcPct val="100000"/>
                </a:lnSpc>
                <a:tabLst>
                  <a:tab pos="0" algn="l"/>
                </a:tabLst>
              </a:pPr>
              <a:r>
                <a:rPr lang="zh-CN" sz="2400" b="1" strike="noStrike" spc="-1">
                  <a:solidFill>
                    <a:srgbClr val="FFFFFF"/>
                  </a:solidFill>
                  <a:latin typeface="Calibri Light" panose="020F0302020204030204"/>
                  <a:ea typeface="宋体" panose="02010600030101010101" pitchFamily="2" charset="-122"/>
                </a:rPr>
                <a:t>研究背景</a:t>
              </a:r>
              <a:endParaRPr lang="en-US" sz="2400" b="0" strike="noStrike" spc="-1">
                <a:latin typeface="Arial" panose="020B0604020202020204"/>
              </a:endParaRPr>
            </a:p>
          </p:txBody>
        </p:sp>
      </p:grpSp>
      <p:sp>
        <p:nvSpPr>
          <p:cNvPr id="224" name="CustomShape 13"/>
          <p:cNvSpPr/>
          <p:nvPr/>
        </p:nvSpPr>
        <p:spPr>
          <a:xfrm>
            <a:off x="6250975" y="3592920"/>
            <a:ext cx="3068280" cy="419760"/>
          </a:xfrm>
          <a:prstGeom prst="rect">
            <a:avLst/>
          </a:prstGeom>
          <a:noFill/>
          <a:ln>
            <a:noFill/>
          </a:ln>
        </p:spPr>
        <p:style>
          <a:lnRef idx="0">
            <a:srgbClr val="FFFFFF"/>
          </a:lnRef>
          <a:fillRef idx="0">
            <a:srgbClr val="FFFFFF"/>
          </a:fillRef>
          <a:effectRef idx="0">
            <a:srgbClr val="FFFFFF"/>
          </a:effectRef>
          <a:fontRef idx="minor"/>
        </p:style>
        <p:txBody>
          <a:bodyPr lIns="90000" tIns="45000" rIns="90000" bIns="45000">
            <a:noAutofit/>
          </a:bodyPr>
          <a:lstStyle/>
          <a:p>
            <a:pPr>
              <a:lnSpc>
                <a:spcPct val="100000"/>
              </a:lnSpc>
            </a:pPr>
            <a:endParaRPr lang="en-US" sz="1800" b="0" strike="noStrike" spc="-1">
              <a:latin typeface="Arial" panose="020B0604020202020204"/>
            </a:endParaRPr>
          </a:p>
        </p:txBody>
      </p:sp>
      <p:pic>
        <p:nvPicPr>
          <p:cNvPr id="3" name="图片 2">
            <a:extLst>
              <a:ext uri="{FF2B5EF4-FFF2-40B4-BE49-F238E27FC236}">
                <a16:creationId xmlns:a16="http://schemas.microsoft.com/office/drawing/2014/main" id="{F8DA076F-F107-9299-A658-07A978EEEC6F}"/>
              </a:ext>
            </a:extLst>
          </p:cNvPr>
          <p:cNvPicPr>
            <a:picLocks noChangeAspect="1"/>
          </p:cNvPicPr>
          <p:nvPr/>
        </p:nvPicPr>
        <p:blipFill>
          <a:blip r:embed="rId3"/>
          <a:stretch>
            <a:fillRect/>
          </a:stretch>
        </p:blipFill>
        <p:spPr>
          <a:xfrm>
            <a:off x="4000209" y="709920"/>
            <a:ext cx="3788612" cy="2800920"/>
          </a:xfrm>
          <a:prstGeom prst="rect">
            <a:avLst/>
          </a:prstGeom>
        </p:spPr>
      </p:pic>
      <p:pic>
        <p:nvPicPr>
          <p:cNvPr id="8" name="图片 7">
            <a:extLst>
              <a:ext uri="{FF2B5EF4-FFF2-40B4-BE49-F238E27FC236}">
                <a16:creationId xmlns:a16="http://schemas.microsoft.com/office/drawing/2014/main" id="{A05FEE62-2495-C916-7170-817AB7984EE7}"/>
              </a:ext>
            </a:extLst>
          </p:cNvPr>
          <p:cNvPicPr>
            <a:picLocks noChangeAspect="1"/>
          </p:cNvPicPr>
          <p:nvPr/>
        </p:nvPicPr>
        <p:blipFill>
          <a:blip r:embed="rId4"/>
          <a:stretch>
            <a:fillRect/>
          </a:stretch>
        </p:blipFill>
        <p:spPr>
          <a:xfrm flipH="1">
            <a:off x="8566345" y="610087"/>
            <a:ext cx="3311855" cy="2866988"/>
          </a:xfrm>
          <a:prstGeom prst="rect">
            <a:avLst/>
          </a:prstGeom>
        </p:spPr>
      </p:pic>
      <p:sp>
        <p:nvSpPr>
          <p:cNvPr id="2" name="矩形: 圆角 1">
            <a:extLst>
              <a:ext uri="{FF2B5EF4-FFF2-40B4-BE49-F238E27FC236}">
                <a16:creationId xmlns:a16="http://schemas.microsoft.com/office/drawing/2014/main" id="{F750D011-70ED-3A9C-5D37-6E137EB5C019}"/>
              </a:ext>
            </a:extLst>
          </p:cNvPr>
          <p:cNvSpPr/>
          <p:nvPr/>
        </p:nvSpPr>
        <p:spPr>
          <a:xfrm>
            <a:off x="3924300" y="572400"/>
            <a:ext cx="8130540" cy="5809350"/>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 name="图片 4">
            <a:extLst>
              <a:ext uri="{FF2B5EF4-FFF2-40B4-BE49-F238E27FC236}">
                <a16:creationId xmlns:a16="http://schemas.microsoft.com/office/drawing/2014/main" id="{CA83D95E-4625-0BF9-0BFB-BBF0A3A09DFC}"/>
              </a:ext>
            </a:extLst>
          </p:cNvPr>
          <p:cNvPicPr>
            <a:picLocks noChangeAspect="1"/>
          </p:cNvPicPr>
          <p:nvPr/>
        </p:nvPicPr>
        <p:blipFill>
          <a:blip r:embed="rId5"/>
          <a:stretch>
            <a:fillRect/>
          </a:stretch>
        </p:blipFill>
        <p:spPr>
          <a:xfrm>
            <a:off x="8642350" y="3640248"/>
            <a:ext cx="3168875" cy="2401825"/>
          </a:xfrm>
          <a:prstGeom prst="rect">
            <a:avLst/>
          </a:prstGeom>
        </p:spPr>
      </p:pic>
      <p:pic>
        <p:nvPicPr>
          <p:cNvPr id="6" name="图片 5">
            <a:extLst>
              <a:ext uri="{FF2B5EF4-FFF2-40B4-BE49-F238E27FC236}">
                <a16:creationId xmlns:a16="http://schemas.microsoft.com/office/drawing/2014/main" id="{36BAD9AA-14BD-DA25-D57C-A406E162CFD0}"/>
              </a:ext>
            </a:extLst>
          </p:cNvPr>
          <p:cNvPicPr>
            <a:picLocks noChangeAspect="1"/>
          </p:cNvPicPr>
          <p:nvPr/>
        </p:nvPicPr>
        <p:blipFill>
          <a:blip r:embed="rId6"/>
          <a:stretch>
            <a:fillRect/>
          </a:stretch>
        </p:blipFill>
        <p:spPr>
          <a:xfrm>
            <a:off x="3996502" y="630751"/>
            <a:ext cx="3788613" cy="2936468"/>
          </a:xfrm>
          <a:prstGeom prst="rect">
            <a:avLst/>
          </a:prstGeom>
        </p:spPr>
      </p:pic>
      <p:pic>
        <p:nvPicPr>
          <p:cNvPr id="7" name="图片 6">
            <a:extLst>
              <a:ext uri="{FF2B5EF4-FFF2-40B4-BE49-F238E27FC236}">
                <a16:creationId xmlns:a16="http://schemas.microsoft.com/office/drawing/2014/main" id="{126E5C26-804D-D5D9-E62D-B4DDDC0697E8}"/>
              </a:ext>
            </a:extLst>
          </p:cNvPr>
          <p:cNvPicPr>
            <a:picLocks noChangeAspect="1"/>
          </p:cNvPicPr>
          <p:nvPr/>
        </p:nvPicPr>
        <p:blipFill>
          <a:blip r:embed="rId7"/>
          <a:stretch>
            <a:fillRect/>
          </a:stretch>
        </p:blipFill>
        <p:spPr>
          <a:xfrm>
            <a:off x="4259073" y="3592920"/>
            <a:ext cx="3587486" cy="2673030"/>
          </a:xfrm>
          <a:prstGeom prst="rect">
            <a:avLst/>
          </a:prstGeom>
        </p:spPr>
      </p:pic>
    </p:spTree>
  </p:cSld>
  <p:clrMapOvr>
    <a:masterClrMapping/>
  </p:clrMapOvr>
  <p:transition spd="slow">
    <p:push dir="u"/>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9" name="CustomShape 2"/>
          <p:cNvSpPr/>
          <p:nvPr/>
        </p:nvSpPr>
        <p:spPr>
          <a:xfrm>
            <a:off x="0" y="254160"/>
            <a:ext cx="607680" cy="236160"/>
          </a:xfrm>
          <a:prstGeom prst="rect">
            <a:avLst/>
          </a:prstGeom>
          <a:solidFill>
            <a:srgbClr val="044875"/>
          </a:solidFill>
          <a:ln w="25560">
            <a:noFill/>
          </a:ln>
        </p:spPr>
        <p:style>
          <a:lnRef idx="0">
            <a:srgbClr val="FFFFFF"/>
          </a:lnRef>
          <a:fillRef idx="0">
            <a:srgbClr val="FFFFFF"/>
          </a:fillRef>
          <a:effectRef idx="0">
            <a:srgbClr val="FFFFFF"/>
          </a:effectRef>
          <a:fontRef idx="minor"/>
        </p:style>
      </p:sp>
      <p:sp>
        <p:nvSpPr>
          <p:cNvPr id="230" name="CustomShape 3"/>
          <p:cNvSpPr/>
          <p:nvPr/>
        </p:nvSpPr>
        <p:spPr>
          <a:xfrm>
            <a:off x="3809880" y="254160"/>
            <a:ext cx="8380080" cy="236160"/>
          </a:xfrm>
          <a:prstGeom prst="rect">
            <a:avLst/>
          </a:prstGeom>
          <a:solidFill>
            <a:srgbClr val="044875"/>
          </a:solidFill>
          <a:ln w="25560">
            <a:noFill/>
          </a:ln>
        </p:spPr>
        <p:style>
          <a:lnRef idx="0">
            <a:srgbClr val="FFFFFF"/>
          </a:lnRef>
          <a:fillRef idx="0">
            <a:srgbClr val="FFFFFF"/>
          </a:fillRef>
          <a:effectRef idx="0">
            <a:srgbClr val="FFFFFF"/>
          </a:effectRef>
          <a:fontRef idx="minor"/>
        </p:style>
      </p:sp>
      <p:grpSp>
        <p:nvGrpSpPr>
          <p:cNvPr id="231" name="Group 4"/>
          <p:cNvGrpSpPr/>
          <p:nvPr/>
        </p:nvGrpSpPr>
        <p:grpSpPr>
          <a:xfrm>
            <a:off x="550800" y="82440"/>
            <a:ext cx="3539880" cy="581025"/>
            <a:chOff x="550800" y="82440"/>
            <a:chExt cx="3539880" cy="581025"/>
          </a:xfrm>
        </p:grpSpPr>
        <p:sp>
          <p:nvSpPr>
            <p:cNvPr id="232" name="CustomShape 5"/>
            <p:cNvSpPr/>
            <p:nvPr/>
          </p:nvSpPr>
          <p:spPr>
            <a:xfrm>
              <a:off x="799560" y="110880"/>
              <a:ext cx="3291120" cy="519430"/>
            </a:xfrm>
            <a:prstGeom prst="rect">
              <a:avLst/>
            </a:prstGeom>
            <a:noFill/>
            <a:ln>
              <a:noFill/>
            </a:ln>
          </p:spPr>
          <p:style>
            <a:lnRef idx="0">
              <a:srgbClr val="FFFFFF"/>
            </a:lnRef>
            <a:fillRef idx="0">
              <a:srgbClr val="FFFFFF"/>
            </a:fillRef>
            <a:effectRef idx="0">
              <a:srgbClr val="FFFFFF"/>
            </a:effectRef>
            <a:fontRef idx="minor"/>
          </p:style>
          <p:txBody>
            <a:bodyPr lIns="90000" tIns="45000" rIns="90000" bIns="45000">
              <a:spAutoFit/>
            </a:bodyPr>
            <a:lstStyle/>
            <a:p>
              <a:pPr algn="ctr">
                <a:lnSpc>
                  <a:spcPct val="100000"/>
                </a:lnSpc>
                <a:tabLst>
                  <a:tab pos="0" algn="l"/>
                </a:tabLst>
              </a:pPr>
              <a:r>
                <a:rPr lang="zh-CN" sz="2800" b="0" strike="noStrike" spc="-1">
                  <a:solidFill>
                    <a:srgbClr val="044875"/>
                  </a:solidFill>
                  <a:latin typeface="微软雅黑" panose="020B0503020204020204" charset="-122"/>
                  <a:ea typeface="微软雅黑" panose="020B0503020204020204" charset="-122"/>
                </a:rPr>
                <a:t>研究背景及目的</a:t>
              </a:r>
              <a:endParaRPr lang="en-US" sz="2800" b="0" strike="noStrike" spc="-1">
                <a:latin typeface="Arial" panose="020B0604020202020204"/>
              </a:endParaRPr>
            </a:p>
          </p:txBody>
        </p:sp>
        <p:sp>
          <p:nvSpPr>
            <p:cNvPr id="233" name="CustomShape 6"/>
            <p:cNvSpPr/>
            <p:nvPr/>
          </p:nvSpPr>
          <p:spPr>
            <a:xfrm>
              <a:off x="550800" y="82440"/>
              <a:ext cx="722160" cy="581025"/>
            </a:xfrm>
            <a:prstGeom prst="rect">
              <a:avLst/>
            </a:prstGeom>
            <a:noFill/>
            <a:ln>
              <a:noFill/>
            </a:ln>
          </p:spPr>
          <p:style>
            <a:lnRef idx="0">
              <a:srgbClr val="FFFFFF"/>
            </a:lnRef>
            <a:fillRef idx="0">
              <a:srgbClr val="FFFFFF"/>
            </a:fillRef>
            <a:effectRef idx="0">
              <a:srgbClr val="FFFFFF"/>
            </a:effectRef>
            <a:fontRef idx="minor"/>
          </p:style>
          <p:txBody>
            <a:bodyPr lIns="90000" tIns="45000" rIns="90000" bIns="45000">
              <a:spAutoFit/>
            </a:bodyPr>
            <a:lstStyle/>
            <a:p>
              <a:pPr algn="ctr">
                <a:lnSpc>
                  <a:spcPct val="100000"/>
                </a:lnSpc>
                <a:tabLst>
                  <a:tab pos="0" algn="l"/>
                </a:tabLst>
              </a:pPr>
              <a:r>
                <a:rPr lang="en-US" sz="3200" b="0" strike="noStrike" spc="-1">
                  <a:solidFill>
                    <a:srgbClr val="3B3838"/>
                  </a:solidFill>
                  <a:latin typeface="Impact" panose="020B0806030902050204"/>
                  <a:ea typeface="宋体" panose="02010600030101010101" pitchFamily="2" charset="-122"/>
                </a:rPr>
                <a:t>01</a:t>
              </a:r>
              <a:endParaRPr lang="en-US" sz="3200" b="0" strike="noStrike" spc="-1">
                <a:latin typeface="Arial" panose="020B0604020202020204"/>
              </a:endParaRPr>
            </a:p>
          </p:txBody>
        </p:sp>
      </p:grpSp>
      <p:sp>
        <p:nvSpPr>
          <p:cNvPr id="234" name="CustomShape 7"/>
          <p:cNvSpPr/>
          <p:nvPr/>
        </p:nvSpPr>
        <p:spPr>
          <a:xfrm>
            <a:off x="11566440" y="6621480"/>
            <a:ext cx="623520" cy="234720"/>
          </a:xfrm>
          <a:prstGeom prst="rect">
            <a:avLst/>
          </a:prstGeom>
          <a:solidFill>
            <a:srgbClr val="044875"/>
          </a:solidFill>
          <a:ln w="25560">
            <a:noFill/>
          </a:ln>
        </p:spPr>
        <p:style>
          <a:lnRef idx="0">
            <a:srgbClr val="FFFFFF"/>
          </a:lnRef>
          <a:fillRef idx="0">
            <a:srgbClr val="FFFFFF"/>
          </a:fillRef>
          <a:effectRef idx="0">
            <a:srgbClr val="FFFFFF"/>
          </a:effectRef>
          <a:fontRef idx="minor"/>
        </p:style>
      </p:sp>
      <p:sp>
        <p:nvSpPr>
          <p:cNvPr id="235" name="CustomShape 8"/>
          <p:cNvSpPr/>
          <p:nvPr/>
        </p:nvSpPr>
        <p:spPr>
          <a:xfrm>
            <a:off x="0" y="6621480"/>
            <a:ext cx="10437480" cy="234720"/>
          </a:xfrm>
          <a:prstGeom prst="rect">
            <a:avLst/>
          </a:prstGeom>
          <a:solidFill>
            <a:srgbClr val="044875"/>
          </a:solidFill>
          <a:ln w="25560">
            <a:noFill/>
          </a:ln>
        </p:spPr>
        <p:style>
          <a:lnRef idx="0">
            <a:srgbClr val="FFFFFF"/>
          </a:lnRef>
          <a:fillRef idx="0">
            <a:srgbClr val="FFFFFF"/>
          </a:fillRef>
          <a:effectRef idx="0">
            <a:srgbClr val="FFFFFF"/>
          </a:effectRef>
          <a:fontRef idx="minor"/>
        </p:style>
      </p:sp>
      <p:sp>
        <p:nvSpPr>
          <p:cNvPr id="236" name="CustomShape 9"/>
          <p:cNvSpPr/>
          <p:nvPr/>
        </p:nvSpPr>
        <p:spPr>
          <a:xfrm>
            <a:off x="10245600" y="6539400"/>
            <a:ext cx="1498320" cy="396240"/>
          </a:xfrm>
          <a:prstGeom prst="rect">
            <a:avLst/>
          </a:prstGeom>
          <a:noFill/>
          <a:ln>
            <a:noFill/>
          </a:ln>
        </p:spPr>
        <p:style>
          <a:lnRef idx="0">
            <a:srgbClr val="FFFFFF"/>
          </a:lnRef>
          <a:fillRef idx="0">
            <a:srgbClr val="FFFFFF"/>
          </a:fillRef>
          <a:effectRef idx="0">
            <a:srgbClr val="FFFFFF"/>
          </a:effectRef>
          <a:fontRef idx="minor"/>
        </p:style>
        <p:txBody>
          <a:bodyPr lIns="90000" tIns="45000" rIns="90000" bIns="45000">
            <a:spAutoFit/>
          </a:bodyPr>
          <a:lstStyle/>
          <a:p>
            <a:pPr algn="ctr">
              <a:lnSpc>
                <a:spcPct val="100000"/>
              </a:lnSpc>
              <a:tabLst>
                <a:tab pos="0" algn="l"/>
              </a:tabLst>
            </a:pPr>
            <a:r>
              <a:rPr lang="en-US" sz="2000" spc="-1" dirty="0">
                <a:latin typeface="Arial" panose="020B0604020202020204"/>
              </a:rPr>
              <a:t>4</a:t>
            </a:r>
            <a:endParaRPr lang="en-US" sz="2000" b="0" strike="noStrike" spc="-1" dirty="0">
              <a:latin typeface="Arial" panose="020B0604020202020204"/>
            </a:endParaRPr>
          </a:p>
        </p:txBody>
      </p:sp>
      <p:grpSp>
        <p:nvGrpSpPr>
          <p:cNvPr id="237" name="Group 10"/>
          <p:cNvGrpSpPr/>
          <p:nvPr/>
        </p:nvGrpSpPr>
        <p:grpSpPr>
          <a:xfrm>
            <a:off x="294005" y="749876"/>
            <a:ext cx="3233520" cy="520560"/>
            <a:chOff x="294120" y="949320"/>
            <a:chExt cx="3233520" cy="520560"/>
          </a:xfrm>
        </p:grpSpPr>
        <p:sp>
          <p:nvSpPr>
            <p:cNvPr id="238" name="CustomShape 11"/>
            <p:cNvSpPr/>
            <p:nvPr/>
          </p:nvSpPr>
          <p:spPr>
            <a:xfrm>
              <a:off x="294120" y="949320"/>
              <a:ext cx="3233520" cy="520560"/>
            </a:xfrm>
            <a:prstGeom prst="rect">
              <a:avLst/>
            </a:prstGeom>
            <a:solidFill>
              <a:srgbClr val="343434"/>
            </a:solidFill>
            <a:ln w="25560">
              <a:noFill/>
            </a:ln>
          </p:spPr>
          <p:style>
            <a:lnRef idx="0">
              <a:srgbClr val="FFFFFF"/>
            </a:lnRef>
            <a:fillRef idx="0">
              <a:srgbClr val="FFFFFF"/>
            </a:fillRef>
            <a:effectRef idx="0">
              <a:srgbClr val="FFFFFF"/>
            </a:effectRef>
            <a:fontRef idx="minor"/>
          </p:style>
        </p:sp>
        <p:sp>
          <p:nvSpPr>
            <p:cNvPr id="239" name="CustomShape 12"/>
            <p:cNvSpPr/>
            <p:nvPr/>
          </p:nvSpPr>
          <p:spPr>
            <a:xfrm>
              <a:off x="294120" y="979560"/>
              <a:ext cx="3233520" cy="456120"/>
            </a:xfrm>
            <a:prstGeom prst="rect">
              <a:avLst/>
            </a:prstGeom>
            <a:noFill/>
            <a:ln>
              <a:noFill/>
            </a:ln>
          </p:spPr>
          <p:style>
            <a:lnRef idx="0">
              <a:srgbClr val="FFFFFF"/>
            </a:lnRef>
            <a:fillRef idx="0">
              <a:srgbClr val="FFFFFF"/>
            </a:fillRef>
            <a:effectRef idx="0">
              <a:srgbClr val="FFFFFF"/>
            </a:effectRef>
            <a:fontRef idx="minor"/>
          </p:style>
          <p:txBody>
            <a:bodyPr lIns="90000" tIns="45000" rIns="90000" bIns="45000">
              <a:spAutoFit/>
            </a:bodyPr>
            <a:lstStyle/>
            <a:p>
              <a:pPr>
                <a:lnSpc>
                  <a:spcPct val="100000"/>
                </a:lnSpc>
                <a:tabLst>
                  <a:tab pos="0" algn="l"/>
                </a:tabLst>
              </a:pPr>
              <a:r>
                <a:rPr lang="zh-CN" sz="2400" b="1" strike="noStrike" spc="-1">
                  <a:solidFill>
                    <a:srgbClr val="FFFFFF"/>
                  </a:solidFill>
                  <a:latin typeface="Calibri Light" panose="020F0302020204030204"/>
                  <a:ea typeface="宋体" panose="02010600030101010101" pitchFamily="2" charset="-122"/>
                </a:rPr>
                <a:t>研究背景</a:t>
              </a:r>
              <a:endParaRPr lang="en-US" sz="2400" b="0" strike="noStrike" spc="-1">
                <a:latin typeface="Arial" panose="020B0604020202020204"/>
              </a:endParaRPr>
            </a:p>
          </p:txBody>
        </p:sp>
      </p:grpSp>
      <p:sp>
        <p:nvSpPr>
          <p:cNvPr id="35" name="文本框 34"/>
          <p:cNvSpPr txBox="1"/>
          <p:nvPr/>
        </p:nvSpPr>
        <p:spPr>
          <a:xfrm>
            <a:off x="423227" y="1236236"/>
            <a:ext cx="11675745" cy="1015920"/>
          </a:xfrm>
          <a:prstGeom prst="rect">
            <a:avLst/>
          </a:prstGeom>
          <a:noFill/>
        </p:spPr>
        <p:txBody>
          <a:bodyPr wrap="square" rtlCol="0">
            <a:noAutofit/>
          </a:bodyPr>
          <a:lstStyle/>
          <a:p>
            <a:pPr indent="457200">
              <a:lnSpc>
                <a:spcPct val="150000"/>
              </a:lnSpc>
              <a:spcBef>
                <a:spcPts val="500"/>
              </a:spcBef>
              <a:tabLst>
                <a:tab pos="0" algn="l"/>
              </a:tabLst>
            </a:pPr>
            <a:r>
              <a:rPr lang="zh-CN" altLang="en-US" sz="1600" b="1" dirty="0"/>
              <a:t>空旷场景 特征点提取不够，因此需要增强的弱特征点的信息，让更多的特征点参与位姿估计和建图。</a:t>
            </a:r>
          </a:p>
          <a:p>
            <a:pPr indent="457200" fontAlgn="auto">
              <a:lnSpc>
                <a:spcPct val="150000"/>
              </a:lnSpc>
              <a:spcBef>
                <a:spcPts val="500"/>
              </a:spcBef>
              <a:tabLst>
                <a:tab pos="0" algn="l"/>
              </a:tabLst>
            </a:pPr>
            <a:endParaRPr lang="zh-CN" sz="1000" dirty="0">
              <a:solidFill>
                <a:srgbClr val="3B3838"/>
              </a:solidFill>
              <a:latin typeface="Calibri" panose="020F0502020204030204"/>
              <a:ea typeface="宋体" panose="02010600030101010101" pitchFamily="2" charset="-122"/>
            </a:endParaRPr>
          </a:p>
        </p:txBody>
      </p:sp>
      <p:pic>
        <p:nvPicPr>
          <p:cNvPr id="2" name="图片 1">
            <a:extLst>
              <a:ext uri="{FF2B5EF4-FFF2-40B4-BE49-F238E27FC236}">
                <a16:creationId xmlns:a16="http://schemas.microsoft.com/office/drawing/2014/main" id="{838E7C70-ACBD-2F0C-3BBA-FD2C2AC1E978}"/>
              </a:ext>
            </a:extLst>
          </p:cNvPr>
          <p:cNvPicPr>
            <a:picLocks noChangeAspect="1"/>
          </p:cNvPicPr>
          <p:nvPr/>
        </p:nvPicPr>
        <p:blipFill>
          <a:blip r:embed="rId3"/>
          <a:stretch>
            <a:fillRect/>
          </a:stretch>
        </p:blipFill>
        <p:spPr>
          <a:xfrm>
            <a:off x="1092839" y="1708485"/>
            <a:ext cx="3518072" cy="2343725"/>
          </a:xfrm>
          <a:prstGeom prst="rect">
            <a:avLst/>
          </a:prstGeom>
        </p:spPr>
      </p:pic>
      <p:pic>
        <p:nvPicPr>
          <p:cNvPr id="3" name="图片 2">
            <a:extLst>
              <a:ext uri="{FF2B5EF4-FFF2-40B4-BE49-F238E27FC236}">
                <a16:creationId xmlns:a16="http://schemas.microsoft.com/office/drawing/2014/main" id="{A42B4F1B-8B53-B75D-1B3E-583A37E4040B}"/>
              </a:ext>
            </a:extLst>
          </p:cNvPr>
          <p:cNvPicPr>
            <a:picLocks noChangeAspect="1"/>
          </p:cNvPicPr>
          <p:nvPr/>
        </p:nvPicPr>
        <p:blipFill>
          <a:blip r:embed="rId4"/>
          <a:stretch>
            <a:fillRect/>
          </a:stretch>
        </p:blipFill>
        <p:spPr>
          <a:xfrm>
            <a:off x="6403854" y="1854000"/>
            <a:ext cx="3246106" cy="2220518"/>
          </a:xfrm>
          <a:prstGeom prst="rect">
            <a:avLst/>
          </a:prstGeom>
        </p:spPr>
      </p:pic>
      <p:cxnSp>
        <p:nvCxnSpPr>
          <p:cNvPr id="8" name="直接箭头连接符 7">
            <a:extLst>
              <a:ext uri="{FF2B5EF4-FFF2-40B4-BE49-F238E27FC236}">
                <a16:creationId xmlns:a16="http://schemas.microsoft.com/office/drawing/2014/main" id="{6DC3C3C2-7EF5-FA0A-9179-0F171F37C69C}"/>
              </a:ext>
            </a:extLst>
          </p:cNvPr>
          <p:cNvCxnSpPr/>
          <p:nvPr/>
        </p:nvCxnSpPr>
        <p:spPr>
          <a:xfrm flipH="1" flipV="1">
            <a:off x="8775700" y="2311400"/>
            <a:ext cx="2203450" cy="16637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9" name="图片 8" descr="图片包含 室内, 电脑, 桌子, 笔记本&#10;&#10;AI 生成的内容可能不正确。">
            <a:extLst>
              <a:ext uri="{FF2B5EF4-FFF2-40B4-BE49-F238E27FC236}">
                <a16:creationId xmlns:a16="http://schemas.microsoft.com/office/drawing/2014/main" id="{29044217-269E-B627-3568-2392087DF13B}"/>
              </a:ext>
            </a:extLst>
          </p:cNvPr>
          <p:cNvPicPr>
            <a:picLocks noChangeAspect="1"/>
          </p:cNvPicPr>
          <p:nvPr/>
        </p:nvPicPr>
        <p:blipFill>
          <a:blip r:embed="rId5"/>
          <a:stretch>
            <a:fillRect/>
          </a:stretch>
        </p:blipFill>
        <p:spPr>
          <a:xfrm>
            <a:off x="1118399" y="4093250"/>
            <a:ext cx="3466951" cy="2220517"/>
          </a:xfrm>
          <a:prstGeom prst="rect">
            <a:avLst/>
          </a:prstGeom>
        </p:spPr>
      </p:pic>
      <p:pic>
        <p:nvPicPr>
          <p:cNvPr id="17" name="图片 16" descr="图表, 散点图&#10;&#10;AI 生成的内容可能不正确。">
            <a:extLst>
              <a:ext uri="{FF2B5EF4-FFF2-40B4-BE49-F238E27FC236}">
                <a16:creationId xmlns:a16="http://schemas.microsoft.com/office/drawing/2014/main" id="{2C30C2C5-D90E-A2D7-F93B-EAE524C03B07}"/>
              </a:ext>
            </a:extLst>
          </p:cNvPr>
          <p:cNvPicPr>
            <a:picLocks noChangeAspect="1"/>
          </p:cNvPicPr>
          <p:nvPr/>
        </p:nvPicPr>
        <p:blipFill>
          <a:blip r:embed="rId6"/>
          <a:stretch>
            <a:fillRect/>
          </a:stretch>
        </p:blipFill>
        <p:spPr>
          <a:xfrm>
            <a:off x="6349879" y="4497282"/>
            <a:ext cx="3300081" cy="2083158"/>
          </a:xfrm>
          <a:prstGeom prst="rect">
            <a:avLst/>
          </a:prstGeom>
        </p:spPr>
      </p:pic>
      <p:cxnSp>
        <p:nvCxnSpPr>
          <p:cNvPr id="27" name="直接箭头连接符 26">
            <a:extLst>
              <a:ext uri="{FF2B5EF4-FFF2-40B4-BE49-F238E27FC236}">
                <a16:creationId xmlns:a16="http://schemas.microsoft.com/office/drawing/2014/main" id="{98FDA76C-0395-5893-969E-FB0D22342298}"/>
              </a:ext>
            </a:extLst>
          </p:cNvPr>
          <p:cNvCxnSpPr/>
          <p:nvPr/>
        </p:nvCxnSpPr>
        <p:spPr>
          <a:xfrm flipH="1">
            <a:off x="8775700" y="3975100"/>
            <a:ext cx="2203450" cy="125095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1" name="文本框 30">
            <a:extLst>
              <a:ext uri="{FF2B5EF4-FFF2-40B4-BE49-F238E27FC236}">
                <a16:creationId xmlns:a16="http://schemas.microsoft.com/office/drawing/2014/main" id="{A76DCAD5-083B-9F16-D0B5-1BDCD4A379EB}"/>
              </a:ext>
            </a:extLst>
          </p:cNvPr>
          <p:cNvSpPr txBox="1"/>
          <p:nvPr/>
        </p:nvSpPr>
        <p:spPr>
          <a:xfrm>
            <a:off x="11130310" y="3236436"/>
            <a:ext cx="613610" cy="1477328"/>
          </a:xfrm>
          <a:prstGeom prst="rect">
            <a:avLst/>
          </a:prstGeom>
          <a:noFill/>
        </p:spPr>
        <p:txBody>
          <a:bodyPr wrap="square" rtlCol="0">
            <a:spAutoFit/>
          </a:bodyPr>
          <a:lstStyle/>
          <a:p>
            <a:r>
              <a:rPr lang="zh-CN" altLang="en-US" b="1" dirty="0"/>
              <a:t>特征点空缺</a:t>
            </a:r>
          </a:p>
        </p:txBody>
      </p:sp>
    </p:spTree>
  </p:cSld>
  <p:clrMapOvr>
    <a:masterClrMapping/>
  </p:clrMapOvr>
  <p:transition spd="slow">
    <p:push dir="u"/>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554BD6-D502-8F50-F478-1B6DF07CC867}"/>
            </a:ext>
          </a:extLst>
        </p:cNvPr>
        <p:cNvGrpSpPr/>
        <p:nvPr/>
      </p:nvGrpSpPr>
      <p:grpSpPr>
        <a:xfrm>
          <a:off x="0" y="0"/>
          <a:ext cx="0" cy="0"/>
          <a:chOff x="0" y="0"/>
          <a:chExt cx="0" cy="0"/>
        </a:xfrm>
      </p:grpSpPr>
      <p:sp>
        <p:nvSpPr>
          <p:cNvPr id="229" name="CustomShape 2">
            <a:extLst>
              <a:ext uri="{FF2B5EF4-FFF2-40B4-BE49-F238E27FC236}">
                <a16:creationId xmlns:a16="http://schemas.microsoft.com/office/drawing/2014/main" id="{AA8AC091-AAB0-365D-4112-58C9D641AA22}"/>
              </a:ext>
            </a:extLst>
          </p:cNvPr>
          <p:cNvSpPr/>
          <p:nvPr/>
        </p:nvSpPr>
        <p:spPr>
          <a:xfrm>
            <a:off x="0" y="254160"/>
            <a:ext cx="607680" cy="236160"/>
          </a:xfrm>
          <a:prstGeom prst="rect">
            <a:avLst/>
          </a:prstGeom>
          <a:solidFill>
            <a:srgbClr val="044875"/>
          </a:solidFill>
          <a:ln w="25560">
            <a:noFill/>
          </a:ln>
        </p:spPr>
        <p:style>
          <a:lnRef idx="0">
            <a:srgbClr val="FFFFFF"/>
          </a:lnRef>
          <a:fillRef idx="0">
            <a:srgbClr val="FFFFFF"/>
          </a:fillRef>
          <a:effectRef idx="0">
            <a:srgbClr val="FFFFFF"/>
          </a:effectRef>
          <a:fontRef idx="minor"/>
        </p:style>
      </p:sp>
      <p:sp>
        <p:nvSpPr>
          <p:cNvPr id="230" name="CustomShape 3">
            <a:extLst>
              <a:ext uri="{FF2B5EF4-FFF2-40B4-BE49-F238E27FC236}">
                <a16:creationId xmlns:a16="http://schemas.microsoft.com/office/drawing/2014/main" id="{32952FD3-F049-0280-80C2-49DABB442A24}"/>
              </a:ext>
            </a:extLst>
          </p:cNvPr>
          <p:cNvSpPr/>
          <p:nvPr/>
        </p:nvSpPr>
        <p:spPr>
          <a:xfrm>
            <a:off x="3809880" y="254160"/>
            <a:ext cx="8380080" cy="236160"/>
          </a:xfrm>
          <a:prstGeom prst="rect">
            <a:avLst/>
          </a:prstGeom>
          <a:solidFill>
            <a:srgbClr val="044875"/>
          </a:solidFill>
          <a:ln w="25560">
            <a:noFill/>
          </a:ln>
        </p:spPr>
        <p:style>
          <a:lnRef idx="0">
            <a:srgbClr val="FFFFFF"/>
          </a:lnRef>
          <a:fillRef idx="0">
            <a:srgbClr val="FFFFFF"/>
          </a:fillRef>
          <a:effectRef idx="0">
            <a:srgbClr val="FFFFFF"/>
          </a:effectRef>
          <a:fontRef idx="minor"/>
        </p:style>
      </p:sp>
      <p:grpSp>
        <p:nvGrpSpPr>
          <p:cNvPr id="231" name="Group 4">
            <a:extLst>
              <a:ext uri="{FF2B5EF4-FFF2-40B4-BE49-F238E27FC236}">
                <a16:creationId xmlns:a16="http://schemas.microsoft.com/office/drawing/2014/main" id="{5428B6E5-2B18-DC03-6BD5-FAB10770FE09}"/>
              </a:ext>
            </a:extLst>
          </p:cNvPr>
          <p:cNvGrpSpPr/>
          <p:nvPr/>
        </p:nvGrpSpPr>
        <p:grpSpPr>
          <a:xfrm>
            <a:off x="550800" y="82440"/>
            <a:ext cx="3539880" cy="581025"/>
            <a:chOff x="550800" y="82440"/>
            <a:chExt cx="3539880" cy="581025"/>
          </a:xfrm>
        </p:grpSpPr>
        <p:sp>
          <p:nvSpPr>
            <p:cNvPr id="232" name="CustomShape 5">
              <a:extLst>
                <a:ext uri="{FF2B5EF4-FFF2-40B4-BE49-F238E27FC236}">
                  <a16:creationId xmlns:a16="http://schemas.microsoft.com/office/drawing/2014/main" id="{3D0B50D5-39E2-506B-2B71-A9426D7CAA34}"/>
                </a:ext>
              </a:extLst>
            </p:cNvPr>
            <p:cNvSpPr/>
            <p:nvPr/>
          </p:nvSpPr>
          <p:spPr>
            <a:xfrm>
              <a:off x="799560" y="110880"/>
              <a:ext cx="3291120" cy="519430"/>
            </a:xfrm>
            <a:prstGeom prst="rect">
              <a:avLst/>
            </a:prstGeom>
            <a:noFill/>
            <a:ln>
              <a:noFill/>
            </a:ln>
          </p:spPr>
          <p:style>
            <a:lnRef idx="0">
              <a:srgbClr val="FFFFFF"/>
            </a:lnRef>
            <a:fillRef idx="0">
              <a:srgbClr val="FFFFFF"/>
            </a:fillRef>
            <a:effectRef idx="0">
              <a:srgbClr val="FFFFFF"/>
            </a:effectRef>
            <a:fontRef idx="minor"/>
          </p:style>
          <p:txBody>
            <a:bodyPr lIns="90000" tIns="45000" rIns="90000" bIns="45000">
              <a:spAutoFit/>
            </a:bodyPr>
            <a:lstStyle/>
            <a:p>
              <a:pPr algn="ctr">
                <a:lnSpc>
                  <a:spcPct val="100000"/>
                </a:lnSpc>
                <a:tabLst>
                  <a:tab pos="0" algn="l"/>
                </a:tabLst>
              </a:pPr>
              <a:r>
                <a:rPr lang="zh-CN" sz="2800" b="0" strike="noStrike" spc="-1">
                  <a:solidFill>
                    <a:srgbClr val="044875"/>
                  </a:solidFill>
                  <a:latin typeface="微软雅黑" panose="020B0503020204020204" charset="-122"/>
                  <a:ea typeface="微软雅黑" panose="020B0503020204020204" charset="-122"/>
                </a:rPr>
                <a:t>研究背景及目的</a:t>
              </a:r>
              <a:endParaRPr lang="en-US" sz="2800" b="0" strike="noStrike" spc="-1">
                <a:latin typeface="Arial" panose="020B0604020202020204"/>
              </a:endParaRPr>
            </a:p>
          </p:txBody>
        </p:sp>
        <p:sp>
          <p:nvSpPr>
            <p:cNvPr id="233" name="CustomShape 6">
              <a:extLst>
                <a:ext uri="{FF2B5EF4-FFF2-40B4-BE49-F238E27FC236}">
                  <a16:creationId xmlns:a16="http://schemas.microsoft.com/office/drawing/2014/main" id="{640D914F-052E-F959-3C54-58FD7EA7B692}"/>
                </a:ext>
              </a:extLst>
            </p:cNvPr>
            <p:cNvSpPr/>
            <p:nvPr/>
          </p:nvSpPr>
          <p:spPr>
            <a:xfrm>
              <a:off x="550800" y="82440"/>
              <a:ext cx="722160" cy="581025"/>
            </a:xfrm>
            <a:prstGeom prst="rect">
              <a:avLst/>
            </a:prstGeom>
            <a:noFill/>
            <a:ln>
              <a:noFill/>
            </a:ln>
          </p:spPr>
          <p:style>
            <a:lnRef idx="0">
              <a:srgbClr val="FFFFFF"/>
            </a:lnRef>
            <a:fillRef idx="0">
              <a:srgbClr val="FFFFFF"/>
            </a:fillRef>
            <a:effectRef idx="0">
              <a:srgbClr val="FFFFFF"/>
            </a:effectRef>
            <a:fontRef idx="minor"/>
          </p:style>
          <p:txBody>
            <a:bodyPr lIns="90000" tIns="45000" rIns="90000" bIns="45000">
              <a:spAutoFit/>
            </a:bodyPr>
            <a:lstStyle/>
            <a:p>
              <a:pPr algn="ctr">
                <a:lnSpc>
                  <a:spcPct val="100000"/>
                </a:lnSpc>
                <a:tabLst>
                  <a:tab pos="0" algn="l"/>
                </a:tabLst>
              </a:pPr>
              <a:r>
                <a:rPr lang="en-US" sz="3200" b="0" strike="noStrike" spc="-1">
                  <a:solidFill>
                    <a:srgbClr val="3B3838"/>
                  </a:solidFill>
                  <a:latin typeface="Impact" panose="020B0806030902050204"/>
                  <a:ea typeface="宋体" panose="02010600030101010101" pitchFamily="2" charset="-122"/>
                </a:rPr>
                <a:t>01</a:t>
              </a:r>
              <a:endParaRPr lang="en-US" sz="3200" b="0" strike="noStrike" spc="-1">
                <a:latin typeface="Arial" panose="020B0604020202020204"/>
              </a:endParaRPr>
            </a:p>
          </p:txBody>
        </p:sp>
      </p:grpSp>
      <p:sp>
        <p:nvSpPr>
          <p:cNvPr id="234" name="CustomShape 7">
            <a:extLst>
              <a:ext uri="{FF2B5EF4-FFF2-40B4-BE49-F238E27FC236}">
                <a16:creationId xmlns:a16="http://schemas.microsoft.com/office/drawing/2014/main" id="{0C97DFD9-5DBE-5B2D-045F-ED2EBBC5561B}"/>
              </a:ext>
            </a:extLst>
          </p:cNvPr>
          <p:cNvSpPr/>
          <p:nvPr/>
        </p:nvSpPr>
        <p:spPr>
          <a:xfrm>
            <a:off x="11566440" y="6621480"/>
            <a:ext cx="623520" cy="234720"/>
          </a:xfrm>
          <a:prstGeom prst="rect">
            <a:avLst/>
          </a:prstGeom>
          <a:solidFill>
            <a:srgbClr val="044875"/>
          </a:solidFill>
          <a:ln w="25560">
            <a:noFill/>
          </a:ln>
        </p:spPr>
        <p:style>
          <a:lnRef idx="0">
            <a:srgbClr val="FFFFFF"/>
          </a:lnRef>
          <a:fillRef idx="0">
            <a:srgbClr val="FFFFFF"/>
          </a:fillRef>
          <a:effectRef idx="0">
            <a:srgbClr val="FFFFFF"/>
          </a:effectRef>
          <a:fontRef idx="minor"/>
        </p:style>
      </p:sp>
      <p:sp>
        <p:nvSpPr>
          <p:cNvPr id="235" name="CustomShape 8">
            <a:extLst>
              <a:ext uri="{FF2B5EF4-FFF2-40B4-BE49-F238E27FC236}">
                <a16:creationId xmlns:a16="http://schemas.microsoft.com/office/drawing/2014/main" id="{F2D637AD-6990-7EC5-81EA-541A0E29A46A}"/>
              </a:ext>
            </a:extLst>
          </p:cNvPr>
          <p:cNvSpPr/>
          <p:nvPr/>
        </p:nvSpPr>
        <p:spPr>
          <a:xfrm>
            <a:off x="0" y="6621480"/>
            <a:ext cx="10437480" cy="234720"/>
          </a:xfrm>
          <a:prstGeom prst="rect">
            <a:avLst/>
          </a:prstGeom>
          <a:solidFill>
            <a:srgbClr val="044875"/>
          </a:solidFill>
          <a:ln w="25560">
            <a:noFill/>
          </a:ln>
        </p:spPr>
        <p:style>
          <a:lnRef idx="0">
            <a:srgbClr val="FFFFFF"/>
          </a:lnRef>
          <a:fillRef idx="0">
            <a:srgbClr val="FFFFFF"/>
          </a:fillRef>
          <a:effectRef idx="0">
            <a:srgbClr val="FFFFFF"/>
          </a:effectRef>
          <a:fontRef idx="minor"/>
        </p:style>
      </p:sp>
      <p:sp>
        <p:nvSpPr>
          <p:cNvPr id="236" name="CustomShape 9">
            <a:extLst>
              <a:ext uri="{FF2B5EF4-FFF2-40B4-BE49-F238E27FC236}">
                <a16:creationId xmlns:a16="http://schemas.microsoft.com/office/drawing/2014/main" id="{89A68F9D-2CD2-A67B-45AB-4C254E40BC13}"/>
              </a:ext>
            </a:extLst>
          </p:cNvPr>
          <p:cNvSpPr/>
          <p:nvPr/>
        </p:nvSpPr>
        <p:spPr>
          <a:xfrm>
            <a:off x="10245600" y="6539400"/>
            <a:ext cx="1498320" cy="396240"/>
          </a:xfrm>
          <a:prstGeom prst="rect">
            <a:avLst/>
          </a:prstGeom>
          <a:noFill/>
          <a:ln>
            <a:noFill/>
          </a:ln>
        </p:spPr>
        <p:style>
          <a:lnRef idx="0">
            <a:srgbClr val="FFFFFF"/>
          </a:lnRef>
          <a:fillRef idx="0">
            <a:srgbClr val="FFFFFF"/>
          </a:fillRef>
          <a:effectRef idx="0">
            <a:srgbClr val="FFFFFF"/>
          </a:effectRef>
          <a:fontRef idx="minor"/>
        </p:style>
        <p:txBody>
          <a:bodyPr lIns="90000" tIns="45000" rIns="90000" bIns="45000">
            <a:spAutoFit/>
          </a:bodyPr>
          <a:lstStyle/>
          <a:p>
            <a:pPr algn="ctr">
              <a:lnSpc>
                <a:spcPct val="100000"/>
              </a:lnSpc>
              <a:tabLst>
                <a:tab pos="0" algn="l"/>
              </a:tabLst>
            </a:pPr>
            <a:r>
              <a:rPr lang="en-US" sz="2000" spc="-1" dirty="0">
                <a:latin typeface="Arial" panose="020B0604020202020204"/>
              </a:rPr>
              <a:t>5</a:t>
            </a:r>
            <a:endParaRPr lang="en-US" sz="2000" b="0" strike="noStrike" spc="-1" dirty="0">
              <a:latin typeface="Arial" panose="020B0604020202020204"/>
            </a:endParaRPr>
          </a:p>
        </p:txBody>
      </p:sp>
      <p:grpSp>
        <p:nvGrpSpPr>
          <p:cNvPr id="237" name="Group 10">
            <a:extLst>
              <a:ext uri="{FF2B5EF4-FFF2-40B4-BE49-F238E27FC236}">
                <a16:creationId xmlns:a16="http://schemas.microsoft.com/office/drawing/2014/main" id="{97D7D7BF-2481-628C-1B05-89CDAEE694E1}"/>
              </a:ext>
            </a:extLst>
          </p:cNvPr>
          <p:cNvGrpSpPr/>
          <p:nvPr/>
        </p:nvGrpSpPr>
        <p:grpSpPr>
          <a:xfrm>
            <a:off x="294005" y="749876"/>
            <a:ext cx="3233520" cy="520560"/>
            <a:chOff x="294120" y="949320"/>
            <a:chExt cx="3233520" cy="520560"/>
          </a:xfrm>
        </p:grpSpPr>
        <p:sp>
          <p:nvSpPr>
            <p:cNvPr id="238" name="CustomShape 11">
              <a:extLst>
                <a:ext uri="{FF2B5EF4-FFF2-40B4-BE49-F238E27FC236}">
                  <a16:creationId xmlns:a16="http://schemas.microsoft.com/office/drawing/2014/main" id="{E2838EBE-0289-8D0D-E7F9-996D5C6EE5D9}"/>
                </a:ext>
              </a:extLst>
            </p:cNvPr>
            <p:cNvSpPr/>
            <p:nvPr/>
          </p:nvSpPr>
          <p:spPr>
            <a:xfrm>
              <a:off x="294120" y="949320"/>
              <a:ext cx="3233520" cy="520560"/>
            </a:xfrm>
            <a:prstGeom prst="rect">
              <a:avLst/>
            </a:prstGeom>
            <a:solidFill>
              <a:srgbClr val="343434"/>
            </a:solidFill>
            <a:ln w="25560">
              <a:noFill/>
            </a:ln>
          </p:spPr>
          <p:style>
            <a:lnRef idx="0">
              <a:srgbClr val="FFFFFF"/>
            </a:lnRef>
            <a:fillRef idx="0">
              <a:srgbClr val="FFFFFF"/>
            </a:fillRef>
            <a:effectRef idx="0">
              <a:srgbClr val="FFFFFF"/>
            </a:effectRef>
            <a:fontRef idx="minor"/>
          </p:style>
        </p:sp>
        <p:sp>
          <p:nvSpPr>
            <p:cNvPr id="239" name="CustomShape 12">
              <a:extLst>
                <a:ext uri="{FF2B5EF4-FFF2-40B4-BE49-F238E27FC236}">
                  <a16:creationId xmlns:a16="http://schemas.microsoft.com/office/drawing/2014/main" id="{A9FC2D32-348B-103C-EE0D-F0C016170908}"/>
                </a:ext>
              </a:extLst>
            </p:cNvPr>
            <p:cNvSpPr/>
            <p:nvPr/>
          </p:nvSpPr>
          <p:spPr>
            <a:xfrm>
              <a:off x="294120" y="979560"/>
              <a:ext cx="3233520" cy="456120"/>
            </a:xfrm>
            <a:prstGeom prst="rect">
              <a:avLst/>
            </a:prstGeom>
            <a:noFill/>
            <a:ln>
              <a:noFill/>
            </a:ln>
          </p:spPr>
          <p:style>
            <a:lnRef idx="0">
              <a:srgbClr val="FFFFFF"/>
            </a:lnRef>
            <a:fillRef idx="0">
              <a:srgbClr val="FFFFFF"/>
            </a:fillRef>
            <a:effectRef idx="0">
              <a:srgbClr val="FFFFFF"/>
            </a:effectRef>
            <a:fontRef idx="minor"/>
          </p:style>
          <p:txBody>
            <a:bodyPr lIns="90000" tIns="45000" rIns="90000" bIns="45000">
              <a:spAutoFit/>
            </a:bodyPr>
            <a:lstStyle/>
            <a:p>
              <a:pPr>
                <a:lnSpc>
                  <a:spcPct val="100000"/>
                </a:lnSpc>
                <a:tabLst>
                  <a:tab pos="0" algn="l"/>
                </a:tabLst>
              </a:pPr>
              <a:r>
                <a:rPr lang="zh-CN" sz="2400" b="1" strike="noStrike" spc="-1">
                  <a:solidFill>
                    <a:srgbClr val="FFFFFF"/>
                  </a:solidFill>
                  <a:latin typeface="Calibri Light" panose="020F0302020204030204"/>
                  <a:ea typeface="宋体" panose="02010600030101010101" pitchFamily="2" charset="-122"/>
                </a:rPr>
                <a:t>研究背景</a:t>
              </a:r>
              <a:endParaRPr lang="en-US" sz="2400" b="0" strike="noStrike" spc="-1">
                <a:latin typeface="Arial" panose="020B0604020202020204"/>
              </a:endParaRPr>
            </a:p>
          </p:txBody>
        </p:sp>
      </p:grpSp>
      <p:sp>
        <p:nvSpPr>
          <p:cNvPr id="35" name="文本框 34">
            <a:extLst>
              <a:ext uri="{FF2B5EF4-FFF2-40B4-BE49-F238E27FC236}">
                <a16:creationId xmlns:a16="http://schemas.microsoft.com/office/drawing/2014/main" id="{361F7DE6-9EAC-C975-29EC-8AE3A4BC0452}"/>
              </a:ext>
            </a:extLst>
          </p:cNvPr>
          <p:cNvSpPr txBox="1"/>
          <p:nvPr/>
        </p:nvSpPr>
        <p:spPr>
          <a:xfrm>
            <a:off x="294005" y="1349426"/>
            <a:ext cx="10565130" cy="1439545"/>
          </a:xfrm>
          <a:prstGeom prst="rect">
            <a:avLst/>
          </a:prstGeom>
          <a:noFill/>
        </p:spPr>
        <p:txBody>
          <a:bodyPr wrap="square" rtlCol="0">
            <a:noAutofit/>
          </a:bodyPr>
          <a:lstStyle/>
          <a:p>
            <a:pPr indent="457200" fontAlgn="auto">
              <a:lnSpc>
                <a:spcPct val="150000"/>
              </a:lnSpc>
              <a:spcBef>
                <a:spcPts val="500"/>
              </a:spcBef>
              <a:tabLst>
                <a:tab pos="0" algn="l"/>
              </a:tabLst>
            </a:pPr>
            <a:r>
              <a:rPr lang="zh-CN" altLang="en-US" b="1" dirty="0"/>
              <a:t>特征在静态环境下表现很好，但在动态场景中，行人等动态目标会严重影响 </a:t>
            </a:r>
            <a:r>
              <a:rPr lang="en-US" altLang="zh-CN" b="1" dirty="0"/>
              <a:t>SLAM </a:t>
            </a:r>
            <a:r>
              <a:rPr lang="zh-CN" altLang="en-US" b="1" dirty="0"/>
              <a:t>的稳定性</a:t>
            </a:r>
            <a:endParaRPr lang="zh-CN" b="1" dirty="0">
              <a:solidFill>
                <a:srgbClr val="3B3838"/>
              </a:solidFill>
              <a:latin typeface="Calibri" panose="020F0502020204030204"/>
              <a:ea typeface="宋体" panose="02010600030101010101" pitchFamily="2" charset="-122"/>
            </a:endParaRPr>
          </a:p>
        </p:txBody>
      </p:sp>
      <p:pic>
        <p:nvPicPr>
          <p:cNvPr id="4" name="图片 3">
            <a:extLst>
              <a:ext uri="{FF2B5EF4-FFF2-40B4-BE49-F238E27FC236}">
                <a16:creationId xmlns:a16="http://schemas.microsoft.com/office/drawing/2014/main" id="{E316CBF6-090C-CEB5-A92D-7507025FEA07}"/>
              </a:ext>
            </a:extLst>
          </p:cNvPr>
          <p:cNvPicPr>
            <a:picLocks noChangeAspect="1"/>
          </p:cNvPicPr>
          <p:nvPr/>
        </p:nvPicPr>
        <p:blipFill>
          <a:blip r:embed="rId3"/>
          <a:stretch>
            <a:fillRect/>
          </a:stretch>
        </p:blipFill>
        <p:spPr>
          <a:xfrm>
            <a:off x="7618379" y="2367749"/>
            <a:ext cx="4032545" cy="3304447"/>
          </a:xfrm>
          <a:prstGeom prst="rect">
            <a:avLst/>
          </a:prstGeom>
        </p:spPr>
      </p:pic>
      <p:pic>
        <p:nvPicPr>
          <p:cNvPr id="5" name="图片 4">
            <a:extLst>
              <a:ext uri="{FF2B5EF4-FFF2-40B4-BE49-F238E27FC236}">
                <a16:creationId xmlns:a16="http://schemas.microsoft.com/office/drawing/2014/main" id="{563FA8C9-50C3-0BF2-3B2C-8E110E8AEFD5}"/>
              </a:ext>
            </a:extLst>
          </p:cNvPr>
          <p:cNvPicPr>
            <a:picLocks noChangeAspect="1"/>
          </p:cNvPicPr>
          <p:nvPr/>
        </p:nvPicPr>
        <p:blipFill>
          <a:blip r:embed="rId4"/>
          <a:stretch>
            <a:fillRect/>
          </a:stretch>
        </p:blipFill>
        <p:spPr>
          <a:xfrm>
            <a:off x="303840" y="2548570"/>
            <a:ext cx="2923970" cy="2959505"/>
          </a:xfrm>
          <a:prstGeom prst="rect">
            <a:avLst/>
          </a:prstGeom>
        </p:spPr>
      </p:pic>
      <p:pic>
        <p:nvPicPr>
          <p:cNvPr id="6" name="图片 5">
            <a:extLst>
              <a:ext uri="{FF2B5EF4-FFF2-40B4-BE49-F238E27FC236}">
                <a16:creationId xmlns:a16="http://schemas.microsoft.com/office/drawing/2014/main" id="{36C7A639-9B47-D127-DD36-48C5821D6DDF}"/>
              </a:ext>
            </a:extLst>
          </p:cNvPr>
          <p:cNvPicPr>
            <a:picLocks noChangeAspect="1"/>
          </p:cNvPicPr>
          <p:nvPr/>
        </p:nvPicPr>
        <p:blipFill>
          <a:blip r:embed="rId5"/>
          <a:stretch>
            <a:fillRect/>
          </a:stretch>
        </p:blipFill>
        <p:spPr>
          <a:xfrm>
            <a:off x="3809880" y="2739740"/>
            <a:ext cx="3352554" cy="2560467"/>
          </a:xfrm>
          <a:prstGeom prst="rect">
            <a:avLst/>
          </a:prstGeom>
        </p:spPr>
      </p:pic>
    </p:spTree>
    <p:extLst>
      <p:ext uri="{BB962C8B-B14F-4D97-AF65-F5344CB8AC3E}">
        <p14:creationId xmlns:p14="http://schemas.microsoft.com/office/powerpoint/2010/main" val="2671545730"/>
      </p:ext>
    </p:extLst>
  </p:cSld>
  <p:clrMapOvr>
    <a:masterClrMapping/>
  </p:clrMapOvr>
  <p:transition spd="slow">
    <p:push dir="u"/>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9" name="CustomShape 1"/>
          <p:cNvSpPr/>
          <p:nvPr/>
        </p:nvSpPr>
        <p:spPr>
          <a:xfrm>
            <a:off x="0" y="254160"/>
            <a:ext cx="608400" cy="236880"/>
          </a:xfrm>
          <a:prstGeom prst="rect">
            <a:avLst/>
          </a:prstGeom>
          <a:solidFill>
            <a:srgbClr val="044875"/>
          </a:solidFill>
          <a:ln w="25560">
            <a:noFill/>
          </a:ln>
        </p:spPr>
        <p:style>
          <a:lnRef idx="0">
            <a:srgbClr val="FFFFFF"/>
          </a:lnRef>
          <a:fillRef idx="0">
            <a:srgbClr val="FFFFFF"/>
          </a:fillRef>
          <a:effectRef idx="0">
            <a:srgbClr val="FFFFFF"/>
          </a:effectRef>
          <a:fontRef idx="minor"/>
        </p:style>
      </p:sp>
      <p:sp>
        <p:nvSpPr>
          <p:cNvPr id="260" name="CustomShape 2"/>
          <p:cNvSpPr/>
          <p:nvPr/>
        </p:nvSpPr>
        <p:spPr>
          <a:xfrm>
            <a:off x="3848100" y="243205"/>
            <a:ext cx="8342630" cy="247650"/>
          </a:xfrm>
          <a:prstGeom prst="rect">
            <a:avLst/>
          </a:prstGeom>
          <a:solidFill>
            <a:srgbClr val="044875"/>
          </a:solidFill>
          <a:ln w="25560">
            <a:noFill/>
          </a:ln>
        </p:spPr>
        <p:style>
          <a:lnRef idx="0">
            <a:srgbClr val="FFFFFF"/>
          </a:lnRef>
          <a:fillRef idx="0">
            <a:srgbClr val="FFFFFF"/>
          </a:fillRef>
          <a:effectRef idx="0">
            <a:srgbClr val="FFFFFF"/>
          </a:effectRef>
          <a:fontRef idx="minor"/>
        </p:style>
      </p:sp>
      <p:grpSp>
        <p:nvGrpSpPr>
          <p:cNvPr id="261" name="Group 3"/>
          <p:cNvGrpSpPr/>
          <p:nvPr/>
        </p:nvGrpSpPr>
        <p:grpSpPr>
          <a:xfrm>
            <a:off x="550800" y="82440"/>
            <a:ext cx="3394440" cy="581025"/>
            <a:chOff x="550800" y="82440"/>
            <a:chExt cx="3394440" cy="581025"/>
          </a:xfrm>
        </p:grpSpPr>
        <p:sp>
          <p:nvSpPr>
            <p:cNvPr id="262" name="CustomShape 4"/>
            <p:cNvSpPr/>
            <p:nvPr/>
          </p:nvSpPr>
          <p:spPr>
            <a:xfrm>
              <a:off x="654120" y="110880"/>
              <a:ext cx="3291120" cy="519430"/>
            </a:xfrm>
            <a:prstGeom prst="rect">
              <a:avLst/>
            </a:prstGeom>
            <a:noFill/>
            <a:ln>
              <a:noFill/>
            </a:ln>
          </p:spPr>
          <p:style>
            <a:lnRef idx="0">
              <a:srgbClr val="FFFFFF"/>
            </a:lnRef>
            <a:fillRef idx="0">
              <a:srgbClr val="FFFFFF"/>
            </a:fillRef>
            <a:effectRef idx="0">
              <a:srgbClr val="FFFFFF"/>
            </a:effectRef>
            <a:fontRef idx="minor"/>
          </p:style>
          <p:txBody>
            <a:bodyPr lIns="90000" tIns="45000" rIns="90000" bIns="45000">
              <a:spAutoFit/>
            </a:bodyPr>
            <a:lstStyle/>
            <a:p>
              <a:pPr algn="ctr">
                <a:lnSpc>
                  <a:spcPct val="100000"/>
                </a:lnSpc>
                <a:tabLst>
                  <a:tab pos="0" algn="l"/>
                </a:tabLst>
              </a:pPr>
              <a:r>
                <a:rPr lang="en-US" sz="2800" b="0" strike="noStrike" spc="-1">
                  <a:solidFill>
                    <a:srgbClr val="044875"/>
                  </a:solidFill>
                  <a:latin typeface="微软雅黑" panose="020B0503020204020204" charset="-122"/>
                  <a:ea typeface="微软雅黑" panose="020B0503020204020204" charset="-122"/>
                </a:rPr>
                <a:t>   </a:t>
              </a:r>
              <a:r>
                <a:rPr lang="zh-CN" sz="2800" b="0" strike="noStrike" spc="-1">
                  <a:solidFill>
                    <a:srgbClr val="044875"/>
                  </a:solidFill>
                  <a:latin typeface="微软雅黑" panose="020B0503020204020204" charset="-122"/>
                  <a:ea typeface="微软雅黑" panose="020B0503020204020204" charset="-122"/>
                </a:rPr>
                <a:t>研究背景及目的</a:t>
              </a:r>
              <a:endParaRPr lang="en-US" sz="2800" b="0" strike="noStrike" spc="-1">
                <a:latin typeface="Arial" panose="020B0604020202020204"/>
              </a:endParaRPr>
            </a:p>
          </p:txBody>
        </p:sp>
        <p:sp>
          <p:nvSpPr>
            <p:cNvPr id="263" name="CustomShape 5"/>
            <p:cNvSpPr/>
            <p:nvPr/>
          </p:nvSpPr>
          <p:spPr>
            <a:xfrm>
              <a:off x="550800" y="82440"/>
              <a:ext cx="722880" cy="581025"/>
            </a:xfrm>
            <a:prstGeom prst="rect">
              <a:avLst/>
            </a:prstGeom>
            <a:noFill/>
            <a:ln>
              <a:noFill/>
            </a:ln>
          </p:spPr>
          <p:style>
            <a:lnRef idx="0">
              <a:srgbClr val="FFFFFF"/>
            </a:lnRef>
            <a:fillRef idx="0">
              <a:srgbClr val="FFFFFF"/>
            </a:fillRef>
            <a:effectRef idx="0">
              <a:srgbClr val="FFFFFF"/>
            </a:effectRef>
            <a:fontRef idx="minor"/>
          </p:style>
          <p:txBody>
            <a:bodyPr lIns="90000" tIns="45000" rIns="90000" bIns="45000">
              <a:spAutoFit/>
            </a:bodyPr>
            <a:lstStyle/>
            <a:p>
              <a:pPr algn="ctr">
                <a:lnSpc>
                  <a:spcPct val="100000"/>
                </a:lnSpc>
                <a:tabLst>
                  <a:tab pos="0" algn="l"/>
                </a:tabLst>
              </a:pPr>
              <a:r>
                <a:rPr lang="en-US" sz="3200" b="0" strike="noStrike" spc="-1">
                  <a:solidFill>
                    <a:srgbClr val="3B3838"/>
                  </a:solidFill>
                  <a:latin typeface="Impact" panose="020B0806030902050204"/>
                  <a:ea typeface="宋体" panose="02010600030101010101" pitchFamily="2" charset="-122"/>
                </a:rPr>
                <a:t>01  </a:t>
              </a:r>
              <a:endParaRPr lang="en-US" sz="3200" b="0" strike="noStrike" spc="-1">
                <a:latin typeface="Arial" panose="020B0604020202020204"/>
              </a:endParaRPr>
            </a:p>
          </p:txBody>
        </p:sp>
      </p:grpSp>
      <p:sp>
        <p:nvSpPr>
          <p:cNvPr id="264" name="CustomShape 6"/>
          <p:cNvSpPr/>
          <p:nvPr/>
        </p:nvSpPr>
        <p:spPr>
          <a:xfrm>
            <a:off x="11566440" y="6621480"/>
            <a:ext cx="624240" cy="235440"/>
          </a:xfrm>
          <a:prstGeom prst="rect">
            <a:avLst/>
          </a:prstGeom>
          <a:solidFill>
            <a:srgbClr val="044875"/>
          </a:solidFill>
          <a:ln w="25560">
            <a:noFill/>
          </a:ln>
        </p:spPr>
        <p:style>
          <a:lnRef idx="0">
            <a:srgbClr val="FFFFFF"/>
          </a:lnRef>
          <a:fillRef idx="0">
            <a:srgbClr val="FFFFFF"/>
          </a:fillRef>
          <a:effectRef idx="0">
            <a:srgbClr val="FFFFFF"/>
          </a:effectRef>
          <a:fontRef idx="minor"/>
        </p:style>
      </p:sp>
      <p:sp>
        <p:nvSpPr>
          <p:cNvPr id="265" name="CustomShape 7"/>
          <p:cNvSpPr/>
          <p:nvPr/>
        </p:nvSpPr>
        <p:spPr>
          <a:xfrm>
            <a:off x="0" y="6621480"/>
            <a:ext cx="10438200" cy="235440"/>
          </a:xfrm>
          <a:prstGeom prst="rect">
            <a:avLst/>
          </a:prstGeom>
          <a:solidFill>
            <a:srgbClr val="044875"/>
          </a:solidFill>
          <a:ln w="25560">
            <a:noFill/>
          </a:ln>
        </p:spPr>
        <p:style>
          <a:lnRef idx="0">
            <a:srgbClr val="FFFFFF"/>
          </a:lnRef>
          <a:fillRef idx="0">
            <a:srgbClr val="FFFFFF"/>
          </a:fillRef>
          <a:effectRef idx="0">
            <a:srgbClr val="FFFFFF"/>
          </a:effectRef>
          <a:fontRef idx="minor"/>
        </p:style>
      </p:sp>
      <p:sp>
        <p:nvSpPr>
          <p:cNvPr id="266" name="CustomShape 8"/>
          <p:cNvSpPr/>
          <p:nvPr/>
        </p:nvSpPr>
        <p:spPr>
          <a:xfrm>
            <a:off x="10264680" y="6539040"/>
            <a:ext cx="1499040" cy="396240"/>
          </a:xfrm>
          <a:prstGeom prst="rect">
            <a:avLst/>
          </a:prstGeom>
          <a:noFill/>
          <a:ln>
            <a:noFill/>
          </a:ln>
        </p:spPr>
        <p:style>
          <a:lnRef idx="0">
            <a:srgbClr val="FFFFFF"/>
          </a:lnRef>
          <a:fillRef idx="0">
            <a:srgbClr val="FFFFFF"/>
          </a:fillRef>
          <a:effectRef idx="0">
            <a:srgbClr val="FFFFFF"/>
          </a:effectRef>
          <a:fontRef idx="minor"/>
        </p:style>
        <p:txBody>
          <a:bodyPr lIns="90000" tIns="45000" rIns="90000" bIns="45000">
            <a:spAutoFit/>
          </a:bodyPr>
          <a:lstStyle/>
          <a:p>
            <a:pPr algn="ctr">
              <a:lnSpc>
                <a:spcPct val="100000"/>
              </a:lnSpc>
              <a:tabLst>
                <a:tab pos="0" algn="l"/>
              </a:tabLst>
            </a:pPr>
            <a:r>
              <a:rPr lang="en-US" sz="2000" spc="-1" dirty="0">
                <a:latin typeface="Arial" panose="020B0604020202020204"/>
              </a:rPr>
              <a:t>6</a:t>
            </a:r>
            <a:endParaRPr lang="en-US" sz="2000" b="0" strike="noStrike" spc="-1" dirty="0">
              <a:latin typeface="Arial" panose="020B0604020202020204"/>
            </a:endParaRPr>
          </a:p>
        </p:txBody>
      </p:sp>
      <p:sp>
        <p:nvSpPr>
          <p:cNvPr id="267" name="CustomShape 9"/>
          <p:cNvSpPr/>
          <p:nvPr/>
        </p:nvSpPr>
        <p:spPr>
          <a:xfrm>
            <a:off x="1166400" y="1420560"/>
            <a:ext cx="10138680" cy="1468800"/>
          </a:xfrm>
          <a:prstGeom prst="rect">
            <a:avLst/>
          </a:prstGeom>
          <a:noFill/>
          <a:ln>
            <a:noFill/>
          </a:ln>
        </p:spPr>
        <p:style>
          <a:lnRef idx="0">
            <a:srgbClr val="FFFFFF"/>
          </a:lnRef>
          <a:fillRef idx="0">
            <a:srgbClr val="FFFFFF"/>
          </a:fillRef>
          <a:effectRef idx="0">
            <a:srgbClr val="FFFFFF"/>
          </a:effectRef>
          <a:fontRef idx="minor"/>
        </p:style>
        <p:txBody>
          <a:bodyPr lIns="90000" tIns="45000" rIns="90000" bIns="45000">
            <a:noAutofit/>
          </a:bodyPr>
          <a:lstStyle/>
          <a:p>
            <a:pPr>
              <a:lnSpc>
                <a:spcPct val="100000"/>
              </a:lnSpc>
              <a:tabLst>
                <a:tab pos="0" algn="l"/>
              </a:tabLst>
            </a:pPr>
            <a:endParaRPr lang="en-US" sz="1800" b="0" strike="noStrike" spc="-1" dirty="0">
              <a:latin typeface="Arial" panose="020B0604020202020204"/>
            </a:endParaRPr>
          </a:p>
          <a:p>
            <a:pPr>
              <a:lnSpc>
                <a:spcPct val="100000"/>
              </a:lnSpc>
              <a:tabLst>
                <a:tab pos="0" algn="l"/>
              </a:tabLst>
            </a:pPr>
            <a:r>
              <a:rPr lang="zh-CN" sz="1600" b="1" strike="noStrike" spc="-1" dirty="0">
                <a:solidFill>
                  <a:srgbClr val="3B3838"/>
                </a:solidFill>
                <a:latin typeface="Arial" panose="020B0604020202020204"/>
                <a:ea typeface="宋体" panose="02010600030101010101" pitchFamily="2" charset="-122"/>
              </a:rPr>
              <a:t>问题一：</a:t>
            </a:r>
            <a:r>
              <a:rPr lang="zh-CN" altLang="en-US" sz="1600" b="1" spc="-1" dirty="0">
                <a:solidFill>
                  <a:srgbClr val="3B3838"/>
                </a:solidFill>
                <a:latin typeface="Arial" panose="020B0604020202020204"/>
                <a:ea typeface="宋体" panose="02010600030101010101" pitchFamily="2" charset="-122"/>
              </a:rPr>
              <a:t>空旷场景特征点提取方法难以获得足够且稳定的特征，导致位姿估计不可靠</a:t>
            </a:r>
            <a:endParaRPr lang="en-US" sz="1600" b="0" strike="noStrike" spc="-1" dirty="0">
              <a:latin typeface="Arial" panose="020B0604020202020204"/>
            </a:endParaRPr>
          </a:p>
          <a:p>
            <a:pPr>
              <a:lnSpc>
                <a:spcPct val="100000"/>
              </a:lnSpc>
              <a:tabLst>
                <a:tab pos="0" algn="l"/>
              </a:tabLst>
            </a:pPr>
            <a:r>
              <a:rPr lang="en-US" sz="1600" b="1" strike="noStrike" spc="-1" dirty="0">
                <a:solidFill>
                  <a:srgbClr val="3B3838"/>
                </a:solidFill>
                <a:latin typeface="Arial" panose="020B0604020202020204"/>
                <a:ea typeface="宋体" panose="02010600030101010101" pitchFamily="2" charset="-122"/>
              </a:rPr>
              <a:t> </a:t>
            </a:r>
            <a:endParaRPr lang="en-US" sz="1600" b="0" strike="noStrike" spc="-1" dirty="0">
              <a:latin typeface="Arial" panose="020B0604020202020204"/>
            </a:endParaRPr>
          </a:p>
          <a:p>
            <a:pPr>
              <a:lnSpc>
                <a:spcPct val="100000"/>
              </a:lnSpc>
              <a:tabLst>
                <a:tab pos="0" algn="l"/>
              </a:tabLst>
            </a:pPr>
            <a:endParaRPr lang="en-US" sz="1600" b="0" strike="noStrike" spc="-1" dirty="0">
              <a:latin typeface="Arial" panose="020B0604020202020204"/>
            </a:endParaRPr>
          </a:p>
          <a:p>
            <a:pPr>
              <a:lnSpc>
                <a:spcPct val="100000"/>
              </a:lnSpc>
              <a:tabLst>
                <a:tab pos="0" algn="l"/>
              </a:tabLst>
            </a:pPr>
            <a:endParaRPr lang="en-US" sz="1600" b="0" strike="noStrike" spc="-1" dirty="0">
              <a:latin typeface="Arial" panose="020B0604020202020204"/>
            </a:endParaRPr>
          </a:p>
          <a:p>
            <a:pPr>
              <a:lnSpc>
                <a:spcPct val="100000"/>
              </a:lnSpc>
              <a:tabLst>
                <a:tab pos="0" algn="l"/>
              </a:tabLst>
            </a:pPr>
            <a:endParaRPr lang="en-US" sz="1600" b="0" strike="noStrike" spc="-1" dirty="0">
              <a:latin typeface="Arial" panose="020B0604020202020204"/>
            </a:endParaRPr>
          </a:p>
          <a:p>
            <a:pPr>
              <a:lnSpc>
                <a:spcPct val="100000"/>
              </a:lnSpc>
              <a:tabLst>
                <a:tab pos="0" algn="l"/>
              </a:tabLst>
            </a:pPr>
            <a:endParaRPr lang="en-US" sz="1600" b="0" strike="noStrike" spc="-1" dirty="0">
              <a:latin typeface="Arial" panose="020B0604020202020204"/>
            </a:endParaRPr>
          </a:p>
        </p:txBody>
      </p:sp>
      <p:grpSp>
        <p:nvGrpSpPr>
          <p:cNvPr id="268" name="Group 10"/>
          <p:cNvGrpSpPr/>
          <p:nvPr/>
        </p:nvGrpSpPr>
        <p:grpSpPr>
          <a:xfrm>
            <a:off x="576720" y="598320"/>
            <a:ext cx="10725840" cy="3393360"/>
            <a:chOff x="576720" y="598320"/>
            <a:chExt cx="10725840" cy="3393360"/>
          </a:xfrm>
        </p:grpSpPr>
        <p:grpSp>
          <p:nvGrpSpPr>
            <p:cNvPr id="269" name="Group 11"/>
            <p:cNvGrpSpPr/>
            <p:nvPr/>
          </p:nvGrpSpPr>
          <p:grpSpPr>
            <a:xfrm>
              <a:off x="576720" y="598320"/>
              <a:ext cx="10720440" cy="3393360"/>
              <a:chOff x="576720" y="598320"/>
              <a:chExt cx="10720440" cy="3393360"/>
            </a:xfrm>
          </p:grpSpPr>
          <p:sp>
            <p:nvSpPr>
              <p:cNvPr id="270" name="CustomShape 12"/>
              <p:cNvSpPr/>
              <p:nvPr/>
            </p:nvSpPr>
            <p:spPr>
              <a:xfrm>
                <a:off x="576720" y="1026360"/>
                <a:ext cx="10696320" cy="2831040"/>
              </a:xfrm>
              <a:prstGeom prst="rect">
                <a:avLst/>
              </a:prstGeom>
              <a:noFill/>
              <a:ln w="19080">
                <a:solidFill>
                  <a:srgbClr val="3B3838"/>
                </a:solidFill>
                <a:miter/>
              </a:ln>
            </p:spPr>
            <p:style>
              <a:lnRef idx="0">
                <a:srgbClr val="FFFFFF"/>
              </a:lnRef>
              <a:fillRef idx="0">
                <a:srgbClr val="FFFFFF"/>
              </a:fillRef>
              <a:effectRef idx="0">
                <a:srgbClr val="FFFFFF"/>
              </a:effectRef>
              <a:fontRef idx="minor"/>
            </p:style>
          </p:sp>
          <p:sp>
            <p:nvSpPr>
              <p:cNvPr id="271" name="CustomShape 13"/>
              <p:cNvSpPr/>
              <p:nvPr/>
            </p:nvSpPr>
            <p:spPr>
              <a:xfrm flipH="1">
                <a:off x="735840" y="598320"/>
                <a:ext cx="115560" cy="459360"/>
              </a:xfrm>
              <a:prstGeom prst="rect">
                <a:avLst/>
              </a:prstGeom>
              <a:blipFill rotWithShape="0">
                <a:blip r:embed="rId3"/>
                <a:stretch>
                  <a:fillRect t="-44986"/>
                </a:stretch>
              </a:blipFill>
              <a:ln>
                <a:noFill/>
              </a:ln>
            </p:spPr>
            <p:style>
              <a:lnRef idx="0">
                <a:srgbClr val="FFFFFF"/>
              </a:lnRef>
              <a:fillRef idx="0">
                <a:srgbClr val="FFFFFF"/>
              </a:fillRef>
              <a:effectRef idx="0">
                <a:srgbClr val="FFFFFF"/>
              </a:effectRef>
              <a:fontRef idx="minor"/>
            </p:style>
          </p:sp>
          <p:sp>
            <p:nvSpPr>
              <p:cNvPr id="272" name="CustomShape 14"/>
              <p:cNvSpPr/>
              <p:nvPr/>
            </p:nvSpPr>
            <p:spPr>
              <a:xfrm>
                <a:off x="664200" y="621000"/>
                <a:ext cx="320040" cy="858240"/>
              </a:xfrm>
              <a:prstGeom prst="rect">
                <a:avLst/>
              </a:prstGeom>
              <a:solidFill>
                <a:srgbClr val="3B3838"/>
              </a:solidFill>
              <a:ln w="25560">
                <a:noFill/>
              </a:ln>
            </p:spPr>
            <p:style>
              <a:lnRef idx="0">
                <a:srgbClr val="FFFFFF"/>
              </a:lnRef>
              <a:fillRef idx="0">
                <a:srgbClr val="FFFFFF"/>
              </a:fillRef>
              <a:effectRef idx="0">
                <a:srgbClr val="FFFFFF"/>
              </a:effectRef>
              <a:fontRef idx="minor"/>
            </p:style>
          </p:sp>
          <p:grpSp>
            <p:nvGrpSpPr>
              <p:cNvPr id="273" name="Group 15"/>
              <p:cNvGrpSpPr/>
              <p:nvPr/>
            </p:nvGrpSpPr>
            <p:grpSpPr>
              <a:xfrm>
                <a:off x="10147320" y="3081960"/>
                <a:ext cx="1149840" cy="909720"/>
                <a:chOff x="10147320" y="3081960"/>
                <a:chExt cx="1149840" cy="909720"/>
              </a:xfrm>
            </p:grpSpPr>
            <p:sp>
              <p:nvSpPr>
                <p:cNvPr id="274" name="CustomShape 16"/>
                <p:cNvSpPr/>
                <p:nvPr/>
              </p:nvSpPr>
              <p:spPr>
                <a:xfrm>
                  <a:off x="10376640" y="3294360"/>
                  <a:ext cx="920520" cy="697320"/>
                </a:xfrm>
                <a:prstGeom prst="rect">
                  <a:avLst/>
                </a:prstGeom>
                <a:solidFill>
                  <a:srgbClr val="3B3838"/>
                </a:solidFill>
                <a:ln w="25560">
                  <a:noFill/>
                </a:ln>
              </p:spPr>
              <p:style>
                <a:lnRef idx="0">
                  <a:srgbClr val="FFFFFF"/>
                </a:lnRef>
                <a:fillRef idx="0">
                  <a:srgbClr val="FFFFFF"/>
                </a:fillRef>
                <a:effectRef idx="0">
                  <a:srgbClr val="FFFFFF"/>
                </a:effectRef>
                <a:fontRef idx="minor"/>
              </p:style>
            </p:sp>
            <p:sp>
              <p:nvSpPr>
                <p:cNvPr id="275" name="CustomShape 17"/>
                <p:cNvSpPr/>
                <p:nvPr/>
              </p:nvSpPr>
              <p:spPr>
                <a:xfrm>
                  <a:off x="10147320" y="3081960"/>
                  <a:ext cx="635040" cy="630720"/>
                </a:xfrm>
                <a:prstGeom prst="rect">
                  <a:avLst/>
                </a:prstGeom>
                <a:solidFill>
                  <a:srgbClr val="044875"/>
                </a:solidFill>
                <a:ln w="25560">
                  <a:noFill/>
                </a:ln>
              </p:spPr>
              <p:style>
                <a:lnRef idx="0">
                  <a:srgbClr val="FFFFFF"/>
                </a:lnRef>
                <a:fillRef idx="0">
                  <a:srgbClr val="FFFFFF"/>
                </a:fillRef>
                <a:effectRef idx="0">
                  <a:srgbClr val="FFFFFF"/>
                </a:effectRef>
                <a:fontRef idx="minor"/>
              </p:style>
            </p:sp>
          </p:grpSp>
        </p:grpSp>
        <p:sp>
          <p:nvSpPr>
            <p:cNvPr id="276" name="CustomShape 18"/>
            <p:cNvSpPr/>
            <p:nvPr/>
          </p:nvSpPr>
          <p:spPr>
            <a:xfrm>
              <a:off x="10407960" y="3342240"/>
              <a:ext cx="894600" cy="394560"/>
            </a:xfrm>
            <a:prstGeom prst="rect">
              <a:avLst/>
            </a:prstGeom>
            <a:noFill/>
            <a:ln>
              <a:noFill/>
            </a:ln>
          </p:spPr>
          <p:style>
            <a:lnRef idx="0">
              <a:srgbClr val="FFFFFF"/>
            </a:lnRef>
            <a:fillRef idx="0">
              <a:srgbClr val="FFFFFF"/>
            </a:fillRef>
            <a:effectRef idx="0">
              <a:srgbClr val="FFFFFF"/>
            </a:effectRef>
            <a:fontRef idx="minor"/>
          </p:style>
          <p:txBody>
            <a:bodyPr lIns="90000" tIns="45000" rIns="90000" bIns="45000">
              <a:spAutoFit/>
            </a:bodyPr>
            <a:lstStyle/>
            <a:p>
              <a:pPr>
                <a:lnSpc>
                  <a:spcPct val="100000"/>
                </a:lnSpc>
                <a:tabLst>
                  <a:tab pos="0" algn="l"/>
                </a:tabLst>
              </a:pPr>
              <a:r>
                <a:rPr lang="en-US" sz="2000" b="0" strike="noStrike" spc="-1">
                  <a:solidFill>
                    <a:srgbClr val="FFFFFF"/>
                  </a:solidFill>
                  <a:latin typeface="Impact" panose="020B0806030902050204"/>
                  <a:ea typeface="宋体" panose="02010600030101010101" pitchFamily="2" charset="-122"/>
                </a:rPr>
                <a:t>     01</a:t>
              </a:r>
              <a:endParaRPr lang="en-US" sz="2000" b="0" strike="noStrike" spc="-1">
                <a:latin typeface="Arial" panose="020B0604020202020204"/>
              </a:endParaRPr>
            </a:p>
          </p:txBody>
        </p:sp>
      </p:grpSp>
      <p:sp>
        <p:nvSpPr>
          <p:cNvPr id="277" name="CustomShape 19"/>
          <p:cNvSpPr/>
          <p:nvPr/>
        </p:nvSpPr>
        <p:spPr>
          <a:xfrm>
            <a:off x="7935120" y="2990880"/>
            <a:ext cx="488520" cy="615600"/>
          </a:xfrm>
          <a:prstGeom prst="rect">
            <a:avLst/>
          </a:prstGeom>
          <a:noFill/>
          <a:ln>
            <a:noFill/>
          </a:ln>
        </p:spPr>
        <p:style>
          <a:lnRef idx="0">
            <a:srgbClr val="FFFFFF"/>
          </a:lnRef>
          <a:fillRef idx="0">
            <a:srgbClr val="FFFFFF"/>
          </a:fillRef>
          <a:effectRef idx="0">
            <a:srgbClr val="FFFFFF"/>
          </a:effectRef>
          <a:fontRef idx="minor"/>
        </p:style>
        <p:txBody>
          <a:bodyPr lIns="90000" tIns="45000" rIns="90000" bIns="45000">
            <a:noAutofit/>
          </a:bodyPr>
          <a:lstStyle/>
          <a:p>
            <a:pPr>
              <a:lnSpc>
                <a:spcPct val="100000"/>
              </a:lnSpc>
              <a:tabLst>
                <a:tab pos="0" algn="l"/>
              </a:tabLst>
            </a:pPr>
            <a:r>
              <a:rPr lang="en-US" sz="2000" b="0" strike="noStrike" spc="-1">
                <a:solidFill>
                  <a:srgbClr val="FFFFFF"/>
                </a:solidFill>
                <a:latin typeface="Impact" panose="020B0806030902050204"/>
                <a:ea typeface="宋体" panose="02010600030101010101" pitchFamily="2" charset="-122"/>
              </a:rPr>
              <a:t>02</a:t>
            </a:r>
            <a:endParaRPr lang="en-US" sz="2000" b="0" strike="noStrike" spc="-1">
              <a:latin typeface="Arial" panose="020B0604020202020204"/>
            </a:endParaRPr>
          </a:p>
        </p:txBody>
      </p:sp>
      <p:sp>
        <p:nvSpPr>
          <p:cNvPr id="278" name="CustomShape 20"/>
          <p:cNvSpPr/>
          <p:nvPr/>
        </p:nvSpPr>
        <p:spPr>
          <a:xfrm>
            <a:off x="935990" y="4796790"/>
            <a:ext cx="9857105" cy="1284605"/>
          </a:xfrm>
          <a:prstGeom prst="rect">
            <a:avLst/>
          </a:prstGeom>
          <a:noFill/>
          <a:ln>
            <a:noFill/>
          </a:ln>
        </p:spPr>
        <p:style>
          <a:lnRef idx="0">
            <a:srgbClr val="FFFFFF"/>
          </a:lnRef>
          <a:fillRef idx="0">
            <a:srgbClr val="FFFFFF"/>
          </a:fillRef>
          <a:effectRef idx="0">
            <a:srgbClr val="FFFFFF"/>
          </a:effectRef>
          <a:fontRef idx="minor"/>
        </p:style>
        <p:txBody>
          <a:bodyPr lIns="90000" tIns="45000" rIns="90000" bIns="45000">
            <a:noAutofit/>
          </a:bodyPr>
          <a:lstStyle/>
          <a:p>
            <a:pPr>
              <a:lnSpc>
                <a:spcPts val="1700"/>
              </a:lnSpc>
              <a:tabLst>
                <a:tab pos="0" algn="l"/>
              </a:tabLst>
            </a:pPr>
            <a:endParaRPr lang="en-US" sz="1800" b="0" strike="noStrike" spc="-1" dirty="0">
              <a:latin typeface="Arial" panose="020B0604020202020204"/>
            </a:endParaRPr>
          </a:p>
          <a:p>
            <a:pPr>
              <a:lnSpc>
                <a:spcPts val="1700"/>
              </a:lnSpc>
              <a:tabLst>
                <a:tab pos="0" algn="l"/>
              </a:tabLst>
            </a:pPr>
            <a:endParaRPr lang="en-US" sz="1800" b="0" strike="noStrike" spc="-1" dirty="0">
              <a:latin typeface="Arial" panose="020B0604020202020204"/>
            </a:endParaRPr>
          </a:p>
          <a:p>
            <a:pPr>
              <a:lnSpc>
                <a:spcPts val="1700"/>
              </a:lnSpc>
              <a:tabLst>
                <a:tab pos="0" algn="l"/>
              </a:tabLst>
            </a:pPr>
            <a:r>
              <a:rPr lang="en-US" altLang="zh-CN" sz="1600" b="1" spc="-1" dirty="0">
                <a:solidFill>
                  <a:srgbClr val="3B3838"/>
                </a:solidFill>
                <a:latin typeface="Arial" panose="020B0604020202020204"/>
                <a:ea typeface="宋体" panose="02010600030101010101" pitchFamily="2" charset="-122"/>
                <a:sym typeface="+mn-ea"/>
              </a:rPr>
              <a:t>   </a:t>
            </a:r>
            <a:r>
              <a:rPr lang="zh-CN" sz="1600" b="1" spc="-1" dirty="0">
                <a:solidFill>
                  <a:srgbClr val="3B3838"/>
                </a:solidFill>
                <a:latin typeface="Arial" panose="020B0604020202020204"/>
                <a:ea typeface="宋体" panose="02010600030101010101" pitchFamily="2" charset="-122"/>
                <a:sym typeface="+mn-ea"/>
              </a:rPr>
              <a:t>研究点二：</a:t>
            </a:r>
            <a:r>
              <a:rPr lang="zh-CN" altLang="zh-CN" sz="1600" b="1" spc="-1" dirty="0">
                <a:solidFill>
                  <a:srgbClr val="3B3838"/>
                </a:solidFill>
                <a:latin typeface="Arial" panose="020B0604020202020204"/>
                <a:ea typeface="宋体" panose="02010600030101010101" pitchFamily="2" charset="-122"/>
              </a:rPr>
              <a:t>基于语义分割的动态目标剔除与特征点优化方法</a:t>
            </a:r>
            <a:endParaRPr lang="zh-CN" altLang="en-US" sz="1600" b="1" spc="-1" dirty="0">
              <a:solidFill>
                <a:srgbClr val="3B3838"/>
              </a:solidFill>
              <a:latin typeface="Arial" panose="020B0604020202020204"/>
              <a:ea typeface="宋体" panose="02010600030101010101" pitchFamily="2" charset="-122"/>
            </a:endParaRPr>
          </a:p>
          <a:p>
            <a:pPr>
              <a:lnSpc>
                <a:spcPts val="1700"/>
              </a:lnSpc>
              <a:tabLst>
                <a:tab pos="0" algn="l"/>
              </a:tabLst>
            </a:pPr>
            <a:endParaRPr lang="zh-CN" altLang="en-US" sz="1600" b="1" spc="-1" dirty="0">
              <a:solidFill>
                <a:srgbClr val="3B3838"/>
              </a:solidFill>
              <a:latin typeface="Arial" panose="020B0604020202020204"/>
              <a:ea typeface="宋体" panose="02010600030101010101" pitchFamily="2" charset="-122"/>
            </a:endParaRPr>
          </a:p>
          <a:p>
            <a:pPr>
              <a:lnSpc>
                <a:spcPts val="1700"/>
              </a:lnSpc>
              <a:tabLst>
                <a:tab pos="0" algn="l"/>
              </a:tabLst>
            </a:pPr>
            <a:endParaRPr lang="en-US" sz="1600" b="1" spc="-1" dirty="0">
              <a:solidFill>
                <a:srgbClr val="3B3838"/>
              </a:solidFill>
              <a:latin typeface="Arial" panose="020B0604020202020204"/>
              <a:ea typeface="宋体" panose="02010600030101010101" pitchFamily="2" charset="-122"/>
            </a:endParaRPr>
          </a:p>
          <a:p>
            <a:pPr>
              <a:lnSpc>
                <a:spcPts val="1700"/>
              </a:lnSpc>
              <a:tabLst>
                <a:tab pos="0" algn="l"/>
              </a:tabLst>
            </a:pPr>
            <a:endParaRPr lang="en-US" sz="1600" b="0" strike="noStrike" spc="-1" dirty="0">
              <a:latin typeface="Arial" panose="020B0604020202020204"/>
            </a:endParaRPr>
          </a:p>
        </p:txBody>
      </p:sp>
      <p:grpSp>
        <p:nvGrpSpPr>
          <p:cNvPr id="279" name="Group 21"/>
          <p:cNvGrpSpPr/>
          <p:nvPr/>
        </p:nvGrpSpPr>
        <p:grpSpPr>
          <a:xfrm>
            <a:off x="551160" y="3322800"/>
            <a:ext cx="10722240" cy="3292200"/>
            <a:chOff x="551160" y="3322800"/>
            <a:chExt cx="10722240" cy="3292200"/>
          </a:xfrm>
        </p:grpSpPr>
        <p:grpSp>
          <p:nvGrpSpPr>
            <p:cNvPr id="280" name="Group 22"/>
            <p:cNvGrpSpPr/>
            <p:nvPr/>
          </p:nvGrpSpPr>
          <p:grpSpPr>
            <a:xfrm>
              <a:off x="551160" y="3322800"/>
              <a:ext cx="10716840" cy="3292200"/>
              <a:chOff x="551160" y="3322800"/>
              <a:chExt cx="10716840" cy="3292200"/>
            </a:xfrm>
          </p:grpSpPr>
          <p:sp>
            <p:nvSpPr>
              <p:cNvPr id="281" name="CustomShape 23"/>
              <p:cNvSpPr/>
              <p:nvPr/>
            </p:nvSpPr>
            <p:spPr>
              <a:xfrm>
                <a:off x="551160" y="3750480"/>
                <a:ext cx="10693080" cy="2727720"/>
              </a:xfrm>
              <a:prstGeom prst="rect">
                <a:avLst/>
              </a:prstGeom>
              <a:noFill/>
              <a:ln w="19080">
                <a:solidFill>
                  <a:srgbClr val="3B3838"/>
                </a:solidFill>
                <a:miter/>
              </a:ln>
            </p:spPr>
            <p:style>
              <a:lnRef idx="0">
                <a:srgbClr val="FFFFFF"/>
              </a:lnRef>
              <a:fillRef idx="0">
                <a:srgbClr val="FFFFFF"/>
              </a:fillRef>
              <a:effectRef idx="0">
                <a:srgbClr val="FFFFFF"/>
              </a:effectRef>
              <a:fontRef idx="minor"/>
            </p:style>
          </p:sp>
          <p:sp>
            <p:nvSpPr>
              <p:cNvPr id="282" name="CustomShape 24"/>
              <p:cNvSpPr/>
              <p:nvPr/>
            </p:nvSpPr>
            <p:spPr>
              <a:xfrm flipH="1">
                <a:off x="778320" y="3322800"/>
                <a:ext cx="134640" cy="806400"/>
              </a:xfrm>
              <a:prstGeom prst="rect">
                <a:avLst/>
              </a:prstGeom>
              <a:blipFill rotWithShape="0">
                <a:blip r:embed="rId3"/>
                <a:stretch>
                  <a:fillRect t="-44986"/>
                </a:stretch>
              </a:blipFill>
              <a:ln>
                <a:noFill/>
              </a:ln>
            </p:spPr>
            <p:style>
              <a:lnRef idx="0">
                <a:srgbClr val="FFFFFF"/>
              </a:lnRef>
              <a:fillRef idx="0">
                <a:srgbClr val="FFFFFF"/>
              </a:fillRef>
              <a:effectRef idx="0">
                <a:srgbClr val="FFFFFF"/>
              </a:effectRef>
              <a:fontRef idx="minor"/>
            </p:style>
          </p:sp>
          <p:sp>
            <p:nvSpPr>
              <p:cNvPr id="283" name="CustomShape 25"/>
              <p:cNvSpPr/>
              <p:nvPr/>
            </p:nvSpPr>
            <p:spPr>
              <a:xfrm>
                <a:off x="665640" y="3323160"/>
                <a:ext cx="319680" cy="827640"/>
              </a:xfrm>
              <a:prstGeom prst="rect">
                <a:avLst/>
              </a:prstGeom>
              <a:solidFill>
                <a:srgbClr val="3B3838"/>
              </a:solidFill>
              <a:ln w="25560">
                <a:noFill/>
              </a:ln>
            </p:spPr>
            <p:style>
              <a:lnRef idx="0">
                <a:srgbClr val="FFFFFF"/>
              </a:lnRef>
              <a:fillRef idx="0">
                <a:srgbClr val="FFFFFF"/>
              </a:fillRef>
              <a:effectRef idx="0">
                <a:srgbClr val="FFFFFF"/>
              </a:effectRef>
              <a:fontRef idx="minor"/>
            </p:style>
          </p:sp>
          <p:grpSp>
            <p:nvGrpSpPr>
              <p:cNvPr id="284" name="Group 26"/>
              <p:cNvGrpSpPr/>
              <p:nvPr/>
            </p:nvGrpSpPr>
            <p:grpSpPr>
              <a:xfrm>
                <a:off x="10269000" y="5785200"/>
                <a:ext cx="999000" cy="829800"/>
                <a:chOff x="10269000" y="5785200"/>
                <a:chExt cx="999000" cy="829800"/>
              </a:xfrm>
            </p:grpSpPr>
            <p:sp>
              <p:nvSpPr>
                <p:cNvPr id="285" name="CustomShape 27"/>
                <p:cNvSpPr/>
                <p:nvPr/>
              </p:nvSpPr>
              <p:spPr>
                <a:xfrm>
                  <a:off x="10348200" y="5932440"/>
                  <a:ext cx="919800" cy="682560"/>
                </a:xfrm>
                <a:prstGeom prst="rect">
                  <a:avLst/>
                </a:prstGeom>
                <a:solidFill>
                  <a:srgbClr val="3B3838"/>
                </a:solidFill>
                <a:ln w="25560">
                  <a:noFill/>
                </a:ln>
              </p:spPr>
              <p:style>
                <a:lnRef idx="0">
                  <a:srgbClr val="FFFFFF"/>
                </a:lnRef>
                <a:fillRef idx="0">
                  <a:srgbClr val="FFFFFF"/>
                </a:fillRef>
                <a:effectRef idx="0">
                  <a:srgbClr val="FFFFFF"/>
                </a:effectRef>
                <a:fontRef idx="minor"/>
              </p:style>
            </p:sp>
            <p:sp>
              <p:nvSpPr>
                <p:cNvPr id="286" name="CustomShape 28"/>
                <p:cNvSpPr/>
                <p:nvPr/>
              </p:nvSpPr>
              <p:spPr>
                <a:xfrm>
                  <a:off x="10269000" y="5785200"/>
                  <a:ext cx="466560" cy="402480"/>
                </a:xfrm>
                <a:prstGeom prst="rect">
                  <a:avLst/>
                </a:prstGeom>
                <a:solidFill>
                  <a:srgbClr val="044875"/>
                </a:solidFill>
                <a:ln w="25560">
                  <a:noFill/>
                </a:ln>
              </p:spPr>
              <p:style>
                <a:lnRef idx="0">
                  <a:srgbClr val="FFFFFF"/>
                </a:lnRef>
                <a:fillRef idx="0">
                  <a:srgbClr val="FFFFFF"/>
                </a:fillRef>
                <a:effectRef idx="0">
                  <a:srgbClr val="FFFFFF"/>
                </a:effectRef>
                <a:fontRef idx="minor"/>
              </p:style>
            </p:sp>
          </p:grpSp>
        </p:grpSp>
        <p:sp>
          <p:nvSpPr>
            <p:cNvPr id="287" name="CustomShape 29"/>
            <p:cNvSpPr/>
            <p:nvPr/>
          </p:nvSpPr>
          <p:spPr>
            <a:xfrm>
              <a:off x="10607760" y="5978880"/>
              <a:ext cx="665640" cy="394560"/>
            </a:xfrm>
            <a:prstGeom prst="rect">
              <a:avLst/>
            </a:prstGeom>
            <a:noFill/>
            <a:ln>
              <a:noFill/>
            </a:ln>
          </p:spPr>
          <p:style>
            <a:lnRef idx="0">
              <a:srgbClr val="FFFFFF"/>
            </a:lnRef>
            <a:fillRef idx="0">
              <a:srgbClr val="FFFFFF"/>
            </a:fillRef>
            <a:effectRef idx="0">
              <a:srgbClr val="FFFFFF"/>
            </a:effectRef>
            <a:fontRef idx="minor"/>
          </p:style>
          <p:txBody>
            <a:bodyPr lIns="90000" tIns="45000" rIns="90000" bIns="45000">
              <a:spAutoFit/>
            </a:bodyPr>
            <a:lstStyle/>
            <a:p>
              <a:pPr>
                <a:lnSpc>
                  <a:spcPct val="100000"/>
                </a:lnSpc>
                <a:tabLst>
                  <a:tab pos="0" algn="l"/>
                </a:tabLst>
              </a:pPr>
              <a:r>
                <a:rPr lang="en-US" sz="2000" b="0" strike="noStrike" spc="-1">
                  <a:solidFill>
                    <a:srgbClr val="FFFFFF"/>
                  </a:solidFill>
                  <a:latin typeface="Impact" panose="020B0806030902050204"/>
                  <a:ea typeface="宋体" panose="02010600030101010101" pitchFamily="2" charset="-122"/>
                </a:rPr>
                <a:t>02</a:t>
              </a:r>
              <a:endParaRPr lang="en-US" sz="2000" b="0" strike="noStrike" spc="-1">
                <a:latin typeface="Arial" panose="020B0604020202020204"/>
              </a:endParaRPr>
            </a:p>
          </p:txBody>
        </p:sp>
      </p:grpSp>
      <p:sp>
        <p:nvSpPr>
          <p:cNvPr id="288" name="CustomShape 30"/>
          <p:cNvSpPr/>
          <p:nvPr/>
        </p:nvSpPr>
        <p:spPr>
          <a:xfrm>
            <a:off x="1166495" y="2592070"/>
            <a:ext cx="9660890" cy="739140"/>
          </a:xfrm>
          <a:prstGeom prst="rect">
            <a:avLst/>
          </a:prstGeom>
          <a:noFill/>
          <a:ln>
            <a:noFill/>
          </a:ln>
        </p:spPr>
        <p:style>
          <a:lnRef idx="0">
            <a:srgbClr val="FFFFFF"/>
          </a:lnRef>
          <a:fillRef idx="0">
            <a:srgbClr val="FFFFFF"/>
          </a:fillRef>
          <a:effectRef idx="0">
            <a:srgbClr val="FFFFFF"/>
          </a:effectRef>
          <a:fontRef idx="minor"/>
        </p:style>
        <p:txBody>
          <a:bodyPr lIns="90000" tIns="45000" rIns="90000" bIns="45000">
            <a:noAutofit/>
          </a:bodyPr>
          <a:lstStyle/>
          <a:p>
            <a:pPr>
              <a:lnSpc>
                <a:spcPts val="1700"/>
              </a:lnSpc>
              <a:tabLst>
                <a:tab pos="0" algn="l"/>
              </a:tabLst>
            </a:pPr>
            <a:r>
              <a:rPr lang="zh-CN" sz="1600" b="1" strike="noStrike" spc="-1" dirty="0">
                <a:solidFill>
                  <a:srgbClr val="3B3838"/>
                </a:solidFill>
                <a:latin typeface="Arial" panose="020B0604020202020204"/>
                <a:ea typeface="宋体" panose="02010600030101010101" pitchFamily="2" charset="-122"/>
              </a:rPr>
              <a:t>问题二：</a:t>
            </a:r>
            <a:r>
              <a:rPr lang="zh-CN" altLang="en-US" sz="1600" b="1" spc="-1" dirty="0">
                <a:solidFill>
                  <a:srgbClr val="3B3838"/>
                </a:solidFill>
                <a:latin typeface="Arial" panose="020B0604020202020204"/>
                <a:ea typeface="宋体" panose="02010600030101010101" pitchFamily="2" charset="-122"/>
              </a:rPr>
              <a:t>动态目标会破坏视觉</a:t>
            </a:r>
            <a:r>
              <a:rPr lang="zh-CN" altLang="en-US" sz="1600" spc="-1" dirty="0">
                <a:solidFill>
                  <a:srgbClr val="3B3838"/>
                </a:solidFill>
                <a:latin typeface="Arial" panose="020B0604020202020204"/>
                <a:ea typeface="宋体" panose="02010600030101010101" pitchFamily="2" charset="-122"/>
              </a:rPr>
              <a:t> </a:t>
            </a:r>
            <a:r>
              <a:rPr lang="en-US" altLang="zh-CN" sz="1600" spc="-1" dirty="0">
                <a:solidFill>
                  <a:srgbClr val="3B3838"/>
                </a:solidFill>
                <a:latin typeface="Arial" panose="020B0604020202020204"/>
                <a:ea typeface="宋体" panose="02010600030101010101" pitchFamily="2" charset="-122"/>
              </a:rPr>
              <a:t>SLAM </a:t>
            </a:r>
            <a:r>
              <a:rPr lang="zh-CN" altLang="en-US" sz="1600" b="1" spc="-1" dirty="0">
                <a:solidFill>
                  <a:srgbClr val="3B3838"/>
                </a:solidFill>
                <a:latin typeface="Arial" panose="020B0604020202020204"/>
                <a:ea typeface="宋体" panose="02010600030101010101" pitchFamily="2" charset="-122"/>
              </a:rPr>
              <a:t>的静态环境，引入不满足几何约束的错误特征，从而导致位姿估     </a:t>
            </a:r>
            <a:endParaRPr lang="en-US" altLang="zh-CN" sz="1600" b="1" spc="-1" dirty="0">
              <a:solidFill>
                <a:srgbClr val="3B3838"/>
              </a:solidFill>
              <a:latin typeface="Arial" panose="020B0604020202020204"/>
              <a:ea typeface="宋体" panose="02010600030101010101" pitchFamily="2" charset="-122"/>
            </a:endParaRPr>
          </a:p>
          <a:p>
            <a:pPr>
              <a:lnSpc>
                <a:spcPts val="1700"/>
              </a:lnSpc>
              <a:tabLst>
                <a:tab pos="0" algn="l"/>
              </a:tabLst>
            </a:pPr>
            <a:endParaRPr lang="en-US" altLang="zh-CN" sz="1600" b="1" spc="-1" dirty="0">
              <a:solidFill>
                <a:srgbClr val="3B3838"/>
              </a:solidFill>
              <a:latin typeface="Arial" panose="020B0604020202020204"/>
              <a:ea typeface="宋体" panose="02010600030101010101" pitchFamily="2" charset="-122"/>
            </a:endParaRPr>
          </a:p>
          <a:p>
            <a:pPr>
              <a:lnSpc>
                <a:spcPts val="1700"/>
              </a:lnSpc>
              <a:tabLst>
                <a:tab pos="0" algn="l"/>
              </a:tabLst>
            </a:pPr>
            <a:r>
              <a:rPr lang="en-US" altLang="zh-CN" sz="1600" b="1" spc="-1" dirty="0">
                <a:solidFill>
                  <a:srgbClr val="3B3838"/>
                </a:solidFill>
                <a:latin typeface="Arial" panose="020B0604020202020204"/>
                <a:ea typeface="宋体" panose="02010600030101010101" pitchFamily="2" charset="-122"/>
              </a:rPr>
              <a:t>               </a:t>
            </a:r>
            <a:r>
              <a:rPr lang="zh-CN" altLang="en-US" sz="1600" b="1" spc="-1" dirty="0">
                <a:solidFill>
                  <a:srgbClr val="3B3838"/>
                </a:solidFill>
                <a:latin typeface="Arial" panose="020B0604020202020204"/>
                <a:ea typeface="宋体" panose="02010600030101010101" pitchFamily="2" charset="-122"/>
              </a:rPr>
              <a:t>计不稳定和地图结构失真，严重影响系统的整体鲁棒性</a:t>
            </a:r>
            <a:endParaRPr lang="en-US" sz="1600" b="1" spc="-1" dirty="0">
              <a:solidFill>
                <a:srgbClr val="3B3838"/>
              </a:solidFill>
              <a:latin typeface="Arial" panose="020B0604020202020204"/>
              <a:ea typeface="宋体" panose="02010600030101010101" pitchFamily="2" charset="-122"/>
            </a:endParaRPr>
          </a:p>
        </p:txBody>
      </p:sp>
      <p:sp>
        <p:nvSpPr>
          <p:cNvPr id="289" name="CustomShape 31"/>
          <p:cNvSpPr/>
          <p:nvPr/>
        </p:nvSpPr>
        <p:spPr>
          <a:xfrm>
            <a:off x="907190" y="4853956"/>
            <a:ext cx="6479540" cy="497840"/>
          </a:xfrm>
          <a:prstGeom prst="rect">
            <a:avLst/>
          </a:prstGeom>
          <a:noFill/>
          <a:ln>
            <a:noFill/>
          </a:ln>
        </p:spPr>
        <p:style>
          <a:lnRef idx="0">
            <a:srgbClr val="FFFFFF"/>
          </a:lnRef>
          <a:fillRef idx="0">
            <a:srgbClr val="FFFFFF"/>
          </a:fillRef>
          <a:effectRef idx="0">
            <a:srgbClr val="FFFFFF"/>
          </a:effectRef>
          <a:fontRef idx="minor"/>
        </p:style>
        <p:txBody>
          <a:bodyPr lIns="90000" tIns="45000" rIns="90000" bIns="45000">
            <a:noAutofit/>
          </a:bodyPr>
          <a:lstStyle/>
          <a:p>
            <a:r>
              <a:rPr lang="en-US" altLang="zh-CN" sz="1600" b="1" spc="-1" dirty="0">
                <a:solidFill>
                  <a:srgbClr val="3B3838"/>
                </a:solidFill>
                <a:latin typeface="Arial" panose="020B0604020202020204"/>
                <a:ea typeface="宋体" panose="02010600030101010101" pitchFamily="2" charset="-122"/>
                <a:sym typeface="+mn-ea"/>
              </a:rPr>
              <a:t>   </a:t>
            </a:r>
            <a:r>
              <a:rPr lang="zh-CN" sz="1600" b="1" spc="-1" dirty="0">
                <a:solidFill>
                  <a:srgbClr val="3B3838"/>
                </a:solidFill>
                <a:latin typeface="Arial" panose="020B0604020202020204"/>
                <a:ea typeface="宋体" panose="02010600030101010101" pitchFamily="2" charset="-122"/>
                <a:sym typeface="+mn-ea"/>
              </a:rPr>
              <a:t>研究点一</a:t>
            </a:r>
            <a:r>
              <a:rPr lang="en-US" sz="1600" spc="-1" dirty="0">
                <a:solidFill>
                  <a:srgbClr val="3B3838"/>
                </a:solidFill>
                <a:latin typeface="Arial" panose="020B0604020202020204"/>
                <a:ea typeface="宋体" panose="02010600030101010101" pitchFamily="2" charset="-122"/>
                <a:sym typeface="+mn-ea"/>
              </a:rPr>
              <a:t> ：</a:t>
            </a:r>
            <a:r>
              <a:rPr lang="zh-CN" altLang="zh-CN" sz="1600" b="1" spc="-1" dirty="0">
                <a:solidFill>
                  <a:srgbClr val="3B3838"/>
                </a:solidFill>
                <a:latin typeface="Arial" panose="020B0604020202020204"/>
                <a:ea typeface="宋体" panose="02010600030101010101" pitchFamily="2" charset="-122"/>
              </a:rPr>
              <a:t>基于局部梯度能量约束的特征点增强方法研究</a:t>
            </a:r>
            <a:endParaRPr lang="en-US" altLang="zh-CN" sz="1600" b="1" spc="-1" dirty="0">
              <a:solidFill>
                <a:srgbClr val="3B3838"/>
              </a:solidFill>
              <a:latin typeface="Arial" panose="020B0604020202020204"/>
              <a:ea typeface="宋体" panose="02010600030101010101" pitchFamily="2" charset="-122"/>
            </a:endParaRPr>
          </a:p>
          <a:p>
            <a:pPr>
              <a:lnSpc>
                <a:spcPct val="100000"/>
              </a:lnSpc>
              <a:tabLst>
                <a:tab pos="0" algn="l"/>
              </a:tabLst>
            </a:pPr>
            <a:endParaRPr lang="en-US" sz="1600" b="0" strike="noStrike" spc="-1" dirty="0">
              <a:latin typeface="Arial" panose="020B0604020202020204"/>
            </a:endParaRPr>
          </a:p>
          <a:p>
            <a:pPr>
              <a:lnSpc>
                <a:spcPct val="100000"/>
              </a:lnSpc>
              <a:tabLst>
                <a:tab pos="0" algn="l"/>
              </a:tabLst>
            </a:pPr>
            <a:endParaRPr lang="en-US" sz="1600" b="0" strike="noStrike" spc="-1" dirty="0">
              <a:latin typeface="Arial" panose="020B0604020202020204"/>
            </a:endParaRPr>
          </a:p>
        </p:txBody>
      </p:sp>
      <p:sp>
        <p:nvSpPr>
          <p:cNvPr id="3" name="文本框 2">
            <a:extLst>
              <a:ext uri="{FF2B5EF4-FFF2-40B4-BE49-F238E27FC236}">
                <a16:creationId xmlns:a16="http://schemas.microsoft.com/office/drawing/2014/main" id="{605A9753-AEBD-8623-9D00-B09844E7C847}"/>
              </a:ext>
            </a:extLst>
          </p:cNvPr>
          <p:cNvSpPr txBox="1"/>
          <p:nvPr/>
        </p:nvSpPr>
        <p:spPr>
          <a:xfrm>
            <a:off x="1100880" y="4423426"/>
            <a:ext cx="9363960" cy="400110"/>
          </a:xfrm>
          <a:prstGeom prst="rect">
            <a:avLst/>
          </a:prstGeom>
          <a:noFill/>
        </p:spPr>
        <p:txBody>
          <a:bodyPr wrap="square">
            <a:spAutoFit/>
          </a:bodyPr>
          <a:lstStyle/>
          <a:p>
            <a:pPr>
              <a:lnSpc>
                <a:spcPct val="100000"/>
              </a:lnSpc>
              <a:tabLst>
                <a:tab pos="0" algn="l"/>
              </a:tabLst>
            </a:pPr>
            <a:r>
              <a:rPr lang="zh-CN" altLang="en-US" sz="2000" b="1" spc="-1" dirty="0">
                <a:solidFill>
                  <a:srgbClr val="3B3838"/>
                </a:solidFill>
                <a:latin typeface="Arial" panose="020B0604020202020204"/>
                <a:ea typeface="宋体" panose="02010600030101010101" pitchFamily="2" charset="-122"/>
              </a:rPr>
              <a:t>通过语义先验抑制动态误匹配，并利用梯度能量在低特征区域补充连续几何约束</a:t>
            </a:r>
            <a:endParaRPr lang="en-US" altLang="zh-CN" sz="2000" b="1" spc="-1" dirty="0">
              <a:solidFill>
                <a:srgbClr val="3B3838"/>
              </a:solidFill>
              <a:latin typeface="Arial" panose="020B0604020202020204"/>
              <a:ea typeface="宋体" panose="02010600030101010101" pitchFamily="2" charset="-122"/>
            </a:endParaRPr>
          </a:p>
        </p:txBody>
      </p:sp>
    </p:spTree>
  </p:cSld>
  <p:clrMapOvr>
    <a:masterClrMapping/>
  </p:clrMapOvr>
  <p:transition spd="slow">
    <p:push dir="u"/>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0" name="CustomShape 1"/>
          <p:cNvSpPr/>
          <p:nvPr/>
        </p:nvSpPr>
        <p:spPr>
          <a:xfrm>
            <a:off x="0" y="2014560"/>
            <a:ext cx="12190320" cy="2847600"/>
          </a:xfrm>
          <a:prstGeom prst="rect">
            <a:avLst/>
          </a:prstGeom>
          <a:solidFill>
            <a:srgbClr val="044875"/>
          </a:solidFill>
          <a:ln w="25560">
            <a:noFill/>
          </a:ln>
        </p:spPr>
        <p:style>
          <a:lnRef idx="0">
            <a:srgbClr val="FFFFFF"/>
          </a:lnRef>
          <a:fillRef idx="0">
            <a:srgbClr val="FFFFFF"/>
          </a:fillRef>
          <a:effectRef idx="0">
            <a:srgbClr val="FFFFFF"/>
          </a:effectRef>
          <a:fontRef idx="minor"/>
        </p:style>
      </p:sp>
      <p:sp>
        <p:nvSpPr>
          <p:cNvPr id="291" name="CustomShape 2"/>
          <p:cNvSpPr/>
          <p:nvPr/>
        </p:nvSpPr>
        <p:spPr>
          <a:xfrm>
            <a:off x="0" y="2664000"/>
            <a:ext cx="1095120" cy="539640"/>
          </a:xfrm>
          <a:prstGeom prst="rect">
            <a:avLst/>
          </a:prstGeom>
          <a:solidFill>
            <a:srgbClr val="D6E0E6"/>
          </a:solidFill>
          <a:ln w="25560">
            <a:noFill/>
          </a:ln>
        </p:spPr>
        <p:style>
          <a:lnRef idx="0">
            <a:srgbClr val="FFFFFF"/>
          </a:lnRef>
          <a:fillRef idx="0">
            <a:srgbClr val="FFFFFF"/>
          </a:fillRef>
          <a:effectRef idx="0">
            <a:srgbClr val="FFFFFF"/>
          </a:effectRef>
          <a:fontRef idx="minor"/>
        </p:style>
      </p:sp>
      <p:sp>
        <p:nvSpPr>
          <p:cNvPr id="292" name="CustomShape 3"/>
          <p:cNvSpPr/>
          <p:nvPr/>
        </p:nvSpPr>
        <p:spPr>
          <a:xfrm>
            <a:off x="946080" y="2000160"/>
            <a:ext cx="1537920" cy="1842120"/>
          </a:xfrm>
          <a:prstGeom prst="rect">
            <a:avLst/>
          </a:prstGeom>
          <a:noFill/>
          <a:ln>
            <a:noFill/>
          </a:ln>
        </p:spPr>
        <p:style>
          <a:lnRef idx="0">
            <a:srgbClr val="FFFFFF"/>
          </a:lnRef>
          <a:fillRef idx="0">
            <a:srgbClr val="FFFFFF"/>
          </a:fillRef>
          <a:effectRef idx="0">
            <a:srgbClr val="FFFFFF"/>
          </a:effectRef>
          <a:fontRef idx="minor"/>
        </p:style>
        <p:txBody>
          <a:bodyPr lIns="90000" tIns="45000" rIns="90000" bIns="45000">
            <a:spAutoFit/>
          </a:bodyPr>
          <a:lstStyle/>
          <a:p>
            <a:pPr algn="ctr">
              <a:lnSpc>
                <a:spcPct val="100000"/>
              </a:lnSpc>
              <a:tabLst>
                <a:tab pos="0" algn="l"/>
              </a:tabLst>
            </a:pPr>
            <a:r>
              <a:rPr lang="en-US" sz="11500" b="0" strike="noStrike" spc="-1">
                <a:solidFill>
                  <a:srgbClr val="FFFFFF"/>
                </a:solidFill>
                <a:latin typeface="Impact" panose="020B0806030902050204"/>
                <a:ea typeface="宋体" panose="02010600030101010101" pitchFamily="2" charset="-122"/>
              </a:rPr>
              <a:t>2</a:t>
            </a:r>
            <a:endParaRPr lang="en-US" sz="11500" b="0" strike="noStrike" spc="-1">
              <a:latin typeface="Arial" panose="020B0604020202020204"/>
            </a:endParaRPr>
          </a:p>
        </p:txBody>
      </p:sp>
      <p:sp>
        <p:nvSpPr>
          <p:cNvPr id="293" name="CustomShape 4"/>
          <p:cNvSpPr/>
          <p:nvPr/>
        </p:nvSpPr>
        <p:spPr>
          <a:xfrm>
            <a:off x="419040" y="2638440"/>
            <a:ext cx="569880" cy="577080"/>
          </a:xfrm>
          <a:prstGeom prst="rect">
            <a:avLst/>
          </a:prstGeom>
          <a:noFill/>
          <a:ln>
            <a:noFill/>
          </a:ln>
        </p:spPr>
        <p:style>
          <a:lnRef idx="0">
            <a:srgbClr val="FFFFFF"/>
          </a:lnRef>
          <a:fillRef idx="0">
            <a:srgbClr val="FFFFFF"/>
          </a:fillRef>
          <a:effectRef idx="0">
            <a:srgbClr val="FFFFFF"/>
          </a:effectRef>
          <a:fontRef idx="minor"/>
        </p:style>
        <p:txBody>
          <a:bodyPr lIns="90000" tIns="45000" rIns="90000" bIns="45000">
            <a:spAutoFit/>
          </a:bodyPr>
          <a:lstStyle/>
          <a:p>
            <a:pPr>
              <a:lnSpc>
                <a:spcPct val="100000"/>
              </a:lnSpc>
              <a:tabLst>
                <a:tab pos="0" algn="l"/>
              </a:tabLst>
            </a:pPr>
            <a:r>
              <a:rPr lang="zh-CN" sz="3200" b="1" strike="noStrike" spc="-1">
                <a:solidFill>
                  <a:srgbClr val="044875"/>
                </a:solidFill>
                <a:latin typeface="微软雅黑" panose="020B0503020204020204" charset="-122"/>
                <a:ea typeface="微软雅黑" panose="020B0503020204020204" charset="-122"/>
              </a:rPr>
              <a:t>第</a:t>
            </a:r>
            <a:endParaRPr lang="en-US" sz="3200" b="0" strike="noStrike" spc="-1">
              <a:latin typeface="Arial" panose="020B0604020202020204"/>
            </a:endParaRPr>
          </a:p>
        </p:txBody>
      </p:sp>
      <p:sp>
        <p:nvSpPr>
          <p:cNvPr id="294" name="CustomShape 5"/>
          <p:cNvSpPr/>
          <p:nvPr/>
        </p:nvSpPr>
        <p:spPr>
          <a:xfrm>
            <a:off x="2498760" y="2664000"/>
            <a:ext cx="9691560" cy="539640"/>
          </a:xfrm>
          <a:prstGeom prst="rect">
            <a:avLst/>
          </a:prstGeom>
          <a:solidFill>
            <a:srgbClr val="D6E0E6"/>
          </a:solidFill>
          <a:ln w="25560">
            <a:noFill/>
          </a:ln>
        </p:spPr>
        <p:style>
          <a:lnRef idx="0">
            <a:srgbClr val="FFFFFF"/>
          </a:lnRef>
          <a:fillRef idx="0">
            <a:srgbClr val="FFFFFF"/>
          </a:fillRef>
          <a:effectRef idx="0">
            <a:srgbClr val="FFFFFF"/>
          </a:effectRef>
          <a:fontRef idx="minor"/>
        </p:style>
      </p:sp>
      <p:sp>
        <p:nvSpPr>
          <p:cNvPr id="295" name="CustomShape 6"/>
          <p:cNvSpPr/>
          <p:nvPr/>
        </p:nvSpPr>
        <p:spPr>
          <a:xfrm>
            <a:off x="2525760" y="2638440"/>
            <a:ext cx="1765080" cy="577080"/>
          </a:xfrm>
          <a:prstGeom prst="rect">
            <a:avLst/>
          </a:prstGeom>
          <a:noFill/>
          <a:ln>
            <a:noFill/>
          </a:ln>
        </p:spPr>
        <p:style>
          <a:lnRef idx="0">
            <a:srgbClr val="FFFFFF"/>
          </a:lnRef>
          <a:fillRef idx="0">
            <a:srgbClr val="FFFFFF"/>
          </a:fillRef>
          <a:effectRef idx="0">
            <a:srgbClr val="FFFFFF"/>
          </a:effectRef>
          <a:fontRef idx="minor"/>
        </p:style>
        <p:txBody>
          <a:bodyPr lIns="90000" tIns="45000" rIns="90000" bIns="45000">
            <a:spAutoFit/>
          </a:bodyPr>
          <a:lstStyle/>
          <a:p>
            <a:pPr>
              <a:lnSpc>
                <a:spcPct val="100000"/>
              </a:lnSpc>
              <a:tabLst>
                <a:tab pos="0" algn="l"/>
              </a:tabLst>
            </a:pPr>
            <a:r>
              <a:rPr lang="zh-CN" sz="3200" b="1" strike="noStrike" spc="-1">
                <a:solidFill>
                  <a:srgbClr val="044875"/>
                </a:solidFill>
                <a:latin typeface="微软雅黑" panose="020B0503020204020204" charset="-122"/>
                <a:ea typeface="微软雅黑" panose="020B0503020204020204" charset="-122"/>
              </a:rPr>
              <a:t>部分</a:t>
            </a:r>
            <a:endParaRPr lang="en-US" sz="3200" b="0" strike="noStrike" spc="-1">
              <a:latin typeface="Arial" panose="020B0604020202020204"/>
            </a:endParaRPr>
          </a:p>
        </p:txBody>
      </p:sp>
      <p:sp>
        <p:nvSpPr>
          <p:cNvPr id="296" name="CustomShape 7"/>
          <p:cNvSpPr/>
          <p:nvPr/>
        </p:nvSpPr>
        <p:spPr>
          <a:xfrm>
            <a:off x="6791400" y="3632040"/>
            <a:ext cx="5725800" cy="820800"/>
          </a:xfrm>
          <a:prstGeom prst="rect">
            <a:avLst/>
          </a:prstGeom>
          <a:noFill/>
          <a:ln>
            <a:noFill/>
          </a:ln>
        </p:spPr>
        <p:style>
          <a:lnRef idx="0">
            <a:srgbClr val="FFFFFF"/>
          </a:lnRef>
          <a:fillRef idx="0">
            <a:srgbClr val="FFFFFF"/>
          </a:fillRef>
          <a:effectRef idx="0">
            <a:srgbClr val="FFFFFF"/>
          </a:effectRef>
          <a:fontRef idx="minor"/>
        </p:style>
        <p:txBody>
          <a:bodyPr lIns="90000" tIns="45000" rIns="90000" bIns="45000">
            <a:spAutoFit/>
          </a:bodyPr>
          <a:lstStyle/>
          <a:p>
            <a:pPr algn="ctr">
              <a:lnSpc>
                <a:spcPct val="100000"/>
              </a:lnSpc>
              <a:tabLst>
                <a:tab pos="0" algn="l"/>
              </a:tabLst>
            </a:pPr>
            <a:r>
              <a:rPr lang="zh-CN" sz="4800" b="1" strike="noStrike" spc="-1">
                <a:solidFill>
                  <a:srgbClr val="FFFFFF"/>
                </a:solidFill>
                <a:latin typeface="微软雅黑" panose="020B0503020204020204" charset="-122"/>
                <a:ea typeface="微软雅黑" panose="020B0503020204020204" charset="-122"/>
              </a:rPr>
              <a:t>主要研究内容</a:t>
            </a:r>
            <a:endParaRPr lang="en-US" sz="4800" b="0" strike="noStrike" spc="-1">
              <a:latin typeface="Arial" panose="020B0604020202020204"/>
            </a:endParaRPr>
          </a:p>
        </p:txBody>
      </p:sp>
    </p:spTree>
  </p:cSld>
  <p:clrMapOvr>
    <a:masterClrMapping/>
  </p:clrMapOvr>
  <p:transition spd="slow">
    <p:push dir="u"/>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 name="CustomShape 1"/>
          <p:cNvSpPr/>
          <p:nvPr/>
        </p:nvSpPr>
        <p:spPr>
          <a:xfrm>
            <a:off x="0" y="254160"/>
            <a:ext cx="607680" cy="236160"/>
          </a:xfrm>
          <a:prstGeom prst="rect">
            <a:avLst/>
          </a:prstGeom>
          <a:solidFill>
            <a:srgbClr val="044875"/>
          </a:solidFill>
          <a:ln w="25560">
            <a:noFill/>
          </a:ln>
        </p:spPr>
        <p:style>
          <a:lnRef idx="0">
            <a:srgbClr val="FFFFFF"/>
          </a:lnRef>
          <a:fillRef idx="0">
            <a:srgbClr val="FFFFFF"/>
          </a:fillRef>
          <a:effectRef idx="0">
            <a:srgbClr val="FFFFFF"/>
          </a:effectRef>
          <a:fontRef idx="minor"/>
        </p:style>
      </p:sp>
      <p:sp>
        <p:nvSpPr>
          <p:cNvPr id="298" name="CustomShape 2"/>
          <p:cNvSpPr/>
          <p:nvPr/>
        </p:nvSpPr>
        <p:spPr>
          <a:xfrm>
            <a:off x="2515870" y="241300"/>
            <a:ext cx="9674225" cy="248920"/>
          </a:xfrm>
          <a:prstGeom prst="rect">
            <a:avLst/>
          </a:prstGeom>
          <a:solidFill>
            <a:srgbClr val="044875"/>
          </a:solidFill>
          <a:ln w="25560">
            <a:noFill/>
          </a:ln>
        </p:spPr>
        <p:style>
          <a:lnRef idx="0">
            <a:srgbClr val="FFFFFF"/>
          </a:lnRef>
          <a:fillRef idx="0">
            <a:srgbClr val="FFFFFF"/>
          </a:fillRef>
          <a:effectRef idx="0">
            <a:srgbClr val="FFFFFF"/>
          </a:effectRef>
          <a:fontRef idx="minor"/>
        </p:style>
      </p:sp>
      <p:sp>
        <p:nvSpPr>
          <p:cNvPr id="299" name="CustomShape 3"/>
          <p:cNvSpPr/>
          <p:nvPr/>
        </p:nvSpPr>
        <p:spPr>
          <a:xfrm>
            <a:off x="551180" y="44450"/>
            <a:ext cx="2743835" cy="586740"/>
          </a:xfrm>
          <a:prstGeom prst="rect">
            <a:avLst/>
          </a:prstGeom>
          <a:noFill/>
          <a:ln>
            <a:noFill/>
          </a:ln>
        </p:spPr>
        <p:style>
          <a:lnRef idx="0">
            <a:srgbClr val="FFFFFF"/>
          </a:lnRef>
          <a:fillRef idx="0">
            <a:srgbClr val="FFFFFF"/>
          </a:fillRef>
          <a:effectRef idx="0">
            <a:srgbClr val="FFFFFF"/>
          </a:effectRef>
          <a:fontRef idx="minor"/>
        </p:style>
        <p:txBody>
          <a:bodyPr wrap="square" lIns="90000" tIns="45000" rIns="90000" bIns="45000">
            <a:noAutofit/>
          </a:bodyPr>
          <a:lstStyle/>
          <a:p>
            <a:pPr>
              <a:lnSpc>
                <a:spcPct val="100000"/>
              </a:lnSpc>
              <a:spcBef>
                <a:spcPts val="1200"/>
              </a:spcBef>
              <a:tabLst>
                <a:tab pos="0" algn="l"/>
              </a:tabLst>
            </a:pPr>
            <a:r>
              <a:rPr lang="en-US" sz="3200" b="0" strike="noStrike" spc="-1">
                <a:solidFill>
                  <a:srgbClr val="404040"/>
                </a:solidFill>
                <a:latin typeface="微软雅黑" panose="020B0503020204020204" charset="-122"/>
                <a:ea typeface="微软雅黑" panose="020B0503020204020204" charset="-122"/>
              </a:rPr>
              <a:t> </a:t>
            </a:r>
            <a:r>
              <a:rPr lang="en-US" sz="2400" spc="-1">
                <a:solidFill>
                  <a:srgbClr val="3B3838"/>
                </a:solidFill>
                <a:latin typeface="Impact" panose="020B0806030902050204"/>
                <a:ea typeface="宋体" panose="02010600030101010101" pitchFamily="2" charset="-122"/>
                <a:sym typeface="+mn-ea"/>
              </a:rPr>
              <a:t> </a:t>
            </a:r>
            <a:r>
              <a:rPr lang="zh-CN" sz="2400" b="0" strike="noStrike" spc="-1">
                <a:solidFill>
                  <a:srgbClr val="404040"/>
                </a:solidFill>
                <a:latin typeface="微软雅黑" panose="020B0503020204020204" charset="-122"/>
                <a:ea typeface="微软雅黑" panose="020B0503020204020204" charset="-122"/>
              </a:rPr>
              <a:t>总方案设计</a:t>
            </a:r>
            <a:endParaRPr lang="en-US" sz="2400" b="0" strike="noStrike" spc="-1">
              <a:latin typeface="Arial" panose="020B0604020202020204"/>
            </a:endParaRPr>
          </a:p>
        </p:txBody>
      </p:sp>
      <p:sp>
        <p:nvSpPr>
          <p:cNvPr id="300" name="CustomShape 4"/>
          <p:cNvSpPr/>
          <p:nvPr/>
        </p:nvSpPr>
        <p:spPr>
          <a:xfrm>
            <a:off x="11566440" y="6621480"/>
            <a:ext cx="623520" cy="234720"/>
          </a:xfrm>
          <a:prstGeom prst="rect">
            <a:avLst/>
          </a:prstGeom>
          <a:solidFill>
            <a:srgbClr val="044875"/>
          </a:solidFill>
          <a:ln w="25560">
            <a:noFill/>
          </a:ln>
        </p:spPr>
        <p:style>
          <a:lnRef idx="0">
            <a:srgbClr val="FFFFFF"/>
          </a:lnRef>
          <a:fillRef idx="0">
            <a:srgbClr val="FFFFFF"/>
          </a:fillRef>
          <a:effectRef idx="0">
            <a:srgbClr val="FFFFFF"/>
          </a:effectRef>
          <a:fontRef idx="minor"/>
        </p:style>
      </p:sp>
      <p:sp>
        <p:nvSpPr>
          <p:cNvPr id="301" name="CustomShape 5"/>
          <p:cNvSpPr/>
          <p:nvPr/>
        </p:nvSpPr>
        <p:spPr>
          <a:xfrm>
            <a:off x="0" y="6621480"/>
            <a:ext cx="10437480" cy="234720"/>
          </a:xfrm>
          <a:prstGeom prst="rect">
            <a:avLst/>
          </a:prstGeom>
          <a:solidFill>
            <a:srgbClr val="044875"/>
          </a:solidFill>
          <a:ln w="25560">
            <a:noFill/>
          </a:ln>
        </p:spPr>
        <p:style>
          <a:lnRef idx="0">
            <a:srgbClr val="FFFFFF"/>
          </a:lnRef>
          <a:fillRef idx="0">
            <a:srgbClr val="FFFFFF"/>
          </a:fillRef>
          <a:effectRef idx="0">
            <a:srgbClr val="FFFFFF"/>
          </a:effectRef>
          <a:fontRef idx="minor"/>
        </p:style>
      </p:sp>
      <p:sp>
        <p:nvSpPr>
          <p:cNvPr id="302" name="CustomShape 6"/>
          <p:cNvSpPr/>
          <p:nvPr/>
        </p:nvSpPr>
        <p:spPr>
          <a:xfrm>
            <a:off x="10264680" y="6539040"/>
            <a:ext cx="1498320" cy="398655"/>
          </a:xfrm>
          <a:prstGeom prst="rect">
            <a:avLst/>
          </a:prstGeom>
          <a:noFill/>
          <a:ln>
            <a:noFill/>
          </a:ln>
        </p:spPr>
        <p:style>
          <a:lnRef idx="0">
            <a:srgbClr val="FFFFFF"/>
          </a:lnRef>
          <a:fillRef idx="0">
            <a:srgbClr val="FFFFFF"/>
          </a:fillRef>
          <a:effectRef idx="0">
            <a:srgbClr val="FFFFFF"/>
          </a:effectRef>
          <a:fontRef idx="minor"/>
        </p:style>
        <p:txBody>
          <a:bodyPr lIns="90000" tIns="45000" rIns="90000" bIns="45000">
            <a:spAutoFit/>
          </a:bodyPr>
          <a:lstStyle/>
          <a:p>
            <a:pPr algn="ctr">
              <a:lnSpc>
                <a:spcPct val="100000"/>
              </a:lnSpc>
              <a:tabLst>
                <a:tab pos="0" algn="l"/>
              </a:tabLst>
            </a:pPr>
            <a:r>
              <a:rPr lang="en-US" sz="2000" b="0" strike="noStrike" spc="-1" dirty="0">
                <a:solidFill>
                  <a:srgbClr val="044875"/>
                </a:solidFill>
                <a:latin typeface="微软雅黑" panose="020B0503020204020204" charset="-122"/>
                <a:ea typeface="微软雅黑" panose="020B0503020204020204" charset="-122"/>
              </a:rPr>
              <a:t>7</a:t>
            </a:r>
            <a:endParaRPr lang="en-US" sz="2000" b="0" strike="noStrike" spc="-1" dirty="0">
              <a:latin typeface="Arial" panose="020B0604020202020204"/>
            </a:endParaRPr>
          </a:p>
        </p:txBody>
      </p:sp>
      <p:sp>
        <p:nvSpPr>
          <p:cNvPr id="305" name="CustomShape 9"/>
          <p:cNvSpPr/>
          <p:nvPr/>
        </p:nvSpPr>
        <p:spPr>
          <a:xfrm>
            <a:off x="263520" y="692755"/>
            <a:ext cx="11971440" cy="367878"/>
          </a:xfrm>
          <a:prstGeom prst="rect">
            <a:avLst/>
          </a:prstGeom>
          <a:noFill/>
          <a:ln>
            <a:noFill/>
          </a:ln>
        </p:spPr>
        <p:style>
          <a:lnRef idx="0">
            <a:srgbClr val="FFFFFF"/>
          </a:lnRef>
          <a:fillRef idx="0">
            <a:srgbClr val="FFFFFF"/>
          </a:fillRef>
          <a:effectRef idx="0">
            <a:srgbClr val="FFFFFF"/>
          </a:effectRef>
          <a:fontRef idx="minor"/>
        </p:style>
        <p:txBody>
          <a:bodyPr lIns="90000" tIns="45000" rIns="90000" bIns="45000">
            <a:spAutoFit/>
          </a:bodyPr>
          <a:lstStyle/>
          <a:p>
            <a:r>
              <a:rPr lang="en-US" sz="1800" b="0" strike="noStrike" spc="-1" dirty="0">
                <a:solidFill>
                  <a:srgbClr val="000000"/>
                </a:solidFill>
                <a:latin typeface="Arial" panose="020B0604020202020204"/>
                <a:ea typeface="DejaVu Sans"/>
              </a:rPr>
              <a:t> </a:t>
            </a:r>
            <a:r>
              <a:rPr lang="zh-CN" sz="1800" b="0" strike="noStrike" spc="-1" dirty="0">
                <a:solidFill>
                  <a:srgbClr val="000000"/>
                </a:solidFill>
                <a:latin typeface="Arial" panose="020B0604020202020204"/>
                <a:ea typeface="DejaVu Sans"/>
              </a:rPr>
              <a:t>总体目标：</a:t>
            </a:r>
            <a:r>
              <a:rPr lang="zh-CN" altLang="en-US" b="1" dirty="0"/>
              <a:t>基于局部梯度能量的动态场景</a:t>
            </a:r>
            <a:r>
              <a:rPr lang="en-US" altLang="zh-CN" b="1" dirty="0"/>
              <a:t>SLAM</a:t>
            </a:r>
            <a:r>
              <a:rPr lang="zh-CN" altLang="en-US" b="1" dirty="0"/>
              <a:t>建图</a:t>
            </a:r>
            <a:endParaRPr lang="en-US" sz="1800" b="0" strike="noStrike" spc="-1" dirty="0">
              <a:latin typeface="Arial" panose="020B0604020202020204"/>
            </a:endParaRPr>
          </a:p>
        </p:txBody>
      </p:sp>
      <p:sp>
        <p:nvSpPr>
          <p:cNvPr id="309" name="CustomShape 11"/>
          <p:cNvSpPr/>
          <p:nvPr/>
        </p:nvSpPr>
        <p:spPr>
          <a:xfrm>
            <a:off x="9994320" y="1513080"/>
            <a:ext cx="1246680" cy="361440"/>
          </a:xfrm>
          <a:prstGeom prst="rect">
            <a:avLst/>
          </a:prstGeom>
          <a:noFill/>
          <a:ln>
            <a:noFill/>
          </a:ln>
        </p:spPr>
        <p:style>
          <a:lnRef idx="0">
            <a:srgbClr val="FFFFFF"/>
          </a:lnRef>
          <a:fillRef idx="0">
            <a:srgbClr val="FFFFFF"/>
          </a:fillRef>
          <a:effectRef idx="0">
            <a:srgbClr val="FFFFFF"/>
          </a:effectRef>
          <a:fontRef idx="minor"/>
        </p:style>
      </p:sp>
      <p:sp>
        <p:nvSpPr>
          <p:cNvPr id="310" name="CustomShape 12"/>
          <p:cNvSpPr/>
          <p:nvPr/>
        </p:nvSpPr>
        <p:spPr>
          <a:xfrm flipH="1">
            <a:off x="6821280" y="929520"/>
            <a:ext cx="5213520" cy="388800"/>
          </a:xfrm>
          <a:prstGeom prst="rect">
            <a:avLst/>
          </a:prstGeom>
          <a:noFill/>
          <a:ln>
            <a:noFill/>
          </a:ln>
        </p:spPr>
        <p:style>
          <a:lnRef idx="0">
            <a:srgbClr val="FFFFFF"/>
          </a:lnRef>
          <a:fillRef idx="0">
            <a:srgbClr val="FFFFFF"/>
          </a:fillRef>
          <a:effectRef idx="0">
            <a:srgbClr val="FFFFFF"/>
          </a:effectRef>
          <a:fontRef idx="minor"/>
        </p:style>
      </p:sp>
      <p:pic>
        <p:nvPicPr>
          <p:cNvPr id="7" name="图片 6"/>
          <p:cNvPicPr>
            <a:picLocks noChangeAspect="1"/>
          </p:cNvPicPr>
          <p:nvPr>
            <p:custDataLst>
              <p:tags r:id="rId1"/>
            </p:custDataLst>
          </p:nvPr>
        </p:nvPicPr>
        <p:blipFill>
          <a:blip r:embed="rId4"/>
          <a:stretch>
            <a:fillRect/>
          </a:stretch>
        </p:blipFill>
        <p:spPr>
          <a:xfrm>
            <a:off x="3863340" y="2204720"/>
            <a:ext cx="431800" cy="182880"/>
          </a:xfrm>
          <a:prstGeom prst="rect">
            <a:avLst/>
          </a:prstGeom>
        </p:spPr>
      </p:pic>
      <p:sp>
        <p:nvSpPr>
          <p:cNvPr id="2" name="矩形 1">
            <a:extLst>
              <a:ext uri="{FF2B5EF4-FFF2-40B4-BE49-F238E27FC236}">
                <a16:creationId xmlns:a16="http://schemas.microsoft.com/office/drawing/2014/main" id="{D53C2EE0-95EC-964A-5B6F-E072F7C30E64}"/>
              </a:ext>
            </a:extLst>
          </p:cNvPr>
          <p:cNvSpPr/>
          <p:nvPr/>
        </p:nvSpPr>
        <p:spPr>
          <a:xfrm>
            <a:off x="51625" y="2772084"/>
            <a:ext cx="1871472" cy="64262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输入图像序列</a:t>
            </a:r>
          </a:p>
        </p:txBody>
      </p:sp>
      <p:sp>
        <p:nvSpPr>
          <p:cNvPr id="9" name="矩形 8">
            <a:extLst>
              <a:ext uri="{FF2B5EF4-FFF2-40B4-BE49-F238E27FC236}">
                <a16:creationId xmlns:a16="http://schemas.microsoft.com/office/drawing/2014/main" id="{31CBAB2F-D6F3-5BC6-066B-54C88A569B76}"/>
              </a:ext>
            </a:extLst>
          </p:cNvPr>
          <p:cNvSpPr/>
          <p:nvPr/>
        </p:nvSpPr>
        <p:spPr>
          <a:xfrm>
            <a:off x="7431925" y="2739390"/>
            <a:ext cx="2962656" cy="656916"/>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a:t>
            </a:r>
            <a:r>
              <a:rPr lang="en-US" altLang="zh-CN" dirty="0">
                <a:solidFill>
                  <a:schemeClr val="tx1"/>
                </a:solidFill>
              </a:rPr>
              <a:t>FAST + </a:t>
            </a:r>
            <a:r>
              <a:rPr lang="zh-CN" altLang="en-US" dirty="0">
                <a:solidFill>
                  <a:schemeClr val="tx1"/>
                </a:solidFill>
              </a:rPr>
              <a:t>方向 </a:t>
            </a:r>
            <a:r>
              <a:rPr lang="en-US" altLang="zh-CN" dirty="0">
                <a:solidFill>
                  <a:schemeClr val="tx1"/>
                </a:solidFill>
              </a:rPr>
              <a:t>+ BRIEF</a:t>
            </a:r>
            <a:r>
              <a:rPr lang="zh-CN" altLang="en-US" dirty="0">
                <a:solidFill>
                  <a:schemeClr val="tx1"/>
                </a:solidFill>
              </a:rPr>
              <a:t>）</a:t>
            </a:r>
          </a:p>
        </p:txBody>
      </p:sp>
      <p:sp>
        <p:nvSpPr>
          <p:cNvPr id="13" name="矩形: 圆角 12">
            <a:extLst>
              <a:ext uri="{FF2B5EF4-FFF2-40B4-BE49-F238E27FC236}">
                <a16:creationId xmlns:a16="http://schemas.microsoft.com/office/drawing/2014/main" id="{5E3F9F46-8AC1-0E49-D54D-4F20A771638F}"/>
              </a:ext>
            </a:extLst>
          </p:cNvPr>
          <p:cNvSpPr/>
          <p:nvPr/>
        </p:nvSpPr>
        <p:spPr>
          <a:xfrm>
            <a:off x="6366460" y="4517796"/>
            <a:ext cx="1659939" cy="656916"/>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若特征点增强</a:t>
            </a:r>
          </a:p>
        </p:txBody>
      </p:sp>
      <p:sp>
        <p:nvSpPr>
          <p:cNvPr id="44" name="矩形: 圆角 43">
            <a:extLst>
              <a:ext uri="{FF2B5EF4-FFF2-40B4-BE49-F238E27FC236}">
                <a16:creationId xmlns:a16="http://schemas.microsoft.com/office/drawing/2014/main" id="{0B3F0269-0D55-6E36-7FDC-6562ACC39653}"/>
              </a:ext>
            </a:extLst>
          </p:cNvPr>
          <p:cNvSpPr/>
          <p:nvPr/>
        </p:nvSpPr>
        <p:spPr>
          <a:xfrm>
            <a:off x="4466590" y="4517833"/>
            <a:ext cx="1453896" cy="656916"/>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特征点结构稳定性评估</a:t>
            </a:r>
          </a:p>
        </p:txBody>
      </p:sp>
      <p:sp>
        <p:nvSpPr>
          <p:cNvPr id="45" name="矩形: 圆角 44">
            <a:extLst>
              <a:ext uri="{FF2B5EF4-FFF2-40B4-BE49-F238E27FC236}">
                <a16:creationId xmlns:a16="http://schemas.microsoft.com/office/drawing/2014/main" id="{8CDDCBF6-2F10-78D1-A543-530E257E8CE6}"/>
              </a:ext>
            </a:extLst>
          </p:cNvPr>
          <p:cNvSpPr/>
          <p:nvPr/>
        </p:nvSpPr>
        <p:spPr>
          <a:xfrm>
            <a:off x="5639512" y="2733798"/>
            <a:ext cx="1453896" cy="656916"/>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局部梯度能量计算</a:t>
            </a:r>
          </a:p>
        </p:txBody>
      </p:sp>
      <p:sp>
        <p:nvSpPr>
          <p:cNvPr id="51" name="矩形: 圆角 50">
            <a:extLst>
              <a:ext uri="{FF2B5EF4-FFF2-40B4-BE49-F238E27FC236}">
                <a16:creationId xmlns:a16="http://schemas.microsoft.com/office/drawing/2014/main" id="{5A28A631-1238-71CC-8404-6C7B5AE87177}"/>
              </a:ext>
            </a:extLst>
          </p:cNvPr>
          <p:cNvSpPr/>
          <p:nvPr/>
        </p:nvSpPr>
        <p:spPr>
          <a:xfrm>
            <a:off x="3491230" y="2755483"/>
            <a:ext cx="1453896" cy="656916"/>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语义分割网络</a:t>
            </a:r>
          </a:p>
        </p:txBody>
      </p:sp>
      <p:cxnSp>
        <p:nvCxnSpPr>
          <p:cNvPr id="62" name="直接箭头连接符 61">
            <a:extLst>
              <a:ext uri="{FF2B5EF4-FFF2-40B4-BE49-F238E27FC236}">
                <a16:creationId xmlns:a16="http://schemas.microsoft.com/office/drawing/2014/main" id="{7AC6C6DB-5CA0-7E00-937A-19729E1129CB}"/>
              </a:ext>
            </a:extLst>
          </p:cNvPr>
          <p:cNvCxnSpPr>
            <a:cxnSpLocks/>
            <a:endCxn id="44" idx="0"/>
          </p:cNvCxnSpPr>
          <p:nvPr/>
        </p:nvCxnSpPr>
        <p:spPr>
          <a:xfrm flipH="1">
            <a:off x="5193538" y="3390751"/>
            <a:ext cx="1292011" cy="112708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6" name="直接箭头连接符 255">
            <a:extLst>
              <a:ext uri="{FF2B5EF4-FFF2-40B4-BE49-F238E27FC236}">
                <a16:creationId xmlns:a16="http://schemas.microsoft.com/office/drawing/2014/main" id="{BF9E657D-C7F2-72C7-2923-73634BCC1EDB}"/>
              </a:ext>
            </a:extLst>
          </p:cNvPr>
          <p:cNvCxnSpPr>
            <a:cxnSpLocks/>
            <a:endCxn id="13" idx="0"/>
          </p:cNvCxnSpPr>
          <p:nvPr/>
        </p:nvCxnSpPr>
        <p:spPr>
          <a:xfrm>
            <a:off x="6448955" y="3390751"/>
            <a:ext cx="747475" cy="112704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57" name="矩形: 圆角 256">
            <a:extLst>
              <a:ext uri="{FF2B5EF4-FFF2-40B4-BE49-F238E27FC236}">
                <a16:creationId xmlns:a16="http://schemas.microsoft.com/office/drawing/2014/main" id="{1F4FA19D-4F31-CC05-591D-6B6D9761D44F}"/>
              </a:ext>
            </a:extLst>
          </p:cNvPr>
          <p:cNvSpPr/>
          <p:nvPr/>
        </p:nvSpPr>
        <p:spPr>
          <a:xfrm>
            <a:off x="2515870" y="1427692"/>
            <a:ext cx="1453896" cy="656916"/>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动态目标区域识别</a:t>
            </a:r>
          </a:p>
        </p:txBody>
      </p:sp>
      <p:sp>
        <p:nvSpPr>
          <p:cNvPr id="258" name="矩形: 圆角 257">
            <a:extLst>
              <a:ext uri="{FF2B5EF4-FFF2-40B4-BE49-F238E27FC236}">
                <a16:creationId xmlns:a16="http://schemas.microsoft.com/office/drawing/2014/main" id="{08ED81B8-1B5B-B90E-E529-A908B017081E}"/>
              </a:ext>
            </a:extLst>
          </p:cNvPr>
          <p:cNvSpPr/>
          <p:nvPr/>
        </p:nvSpPr>
        <p:spPr>
          <a:xfrm>
            <a:off x="4295140" y="1372827"/>
            <a:ext cx="1453896" cy="656916"/>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特征点语义筛选 </a:t>
            </a:r>
            <a:r>
              <a:rPr lang="en-US" altLang="zh-CN" dirty="0">
                <a:solidFill>
                  <a:schemeClr val="tx1"/>
                </a:solidFill>
              </a:rPr>
              <a:t>/ </a:t>
            </a:r>
            <a:r>
              <a:rPr lang="zh-CN" altLang="en-US" dirty="0">
                <a:solidFill>
                  <a:schemeClr val="tx1"/>
                </a:solidFill>
              </a:rPr>
              <a:t>降权</a:t>
            </a:r>
          </a:p>
        </p:txBody>
      </p:sp>
      <p:cxnSp>
        <p:nvCxnSpPr>
          <p:cNvPr id="260" name="直接箭头连接符 259">
            <a:extLst>
              <a:ext uri="{FF2B5EF4-FFF2-40B4-BE49-F238E27FC236}">
                <a16:creationId xmlns:a16="http://schemas.microsoft.com/office/drawing/2014/main" id="{093AF136-1D63-DB3B-E6AF-F4DB1C3B3D2B}"/>
              </a:ext>
            </a:extLst>
          </p:cNvPr>
          <p:cNvCxnSpPr>
            <a:stCxn id="257" idx="2"/>
            <a:endCxn id="51" idx="0"/>
          </p:cNvCxnSpPr>
          <p:nvPr/>
        </p:nvCxnSpPr>
        <p:spPr>
          <a:xfrm>
            <a:off x="3242818" y="2084608"/>
            <a:ext cx="975360" cy="67087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63" name="矩形: 圆角 262">
            <a:extLst>
              <a:ext uri="{FF2B5EF4-FFF2-40B4-BE49-F238E27FC236}">
                <a16:creationId xmlns:a16="http://schemas.microsoft.com/office/drawing/2014/main" id="{98BF668A-4F68-EFA7-DEED-25AB8BFDDE01}"/>
              </a:ext>
            </a:extLst>
          </p:cNvPr>
          <p:cNvSpPr/>
          <p:nvPr/>
        </p:nvSpPr>
        <p:spPr>
          <a:xfrm>
            <a:off x="10686479" y="2739390"/>
            <a:ext cx="1453896" cy="656916"/>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tx1"/>
                </a:solidFill>
              </a:rPr>
              <a:t>多约束特征融合</a:t>
            </a:r>
          </a:p>
        </p:txBody>
      </p:sp>
      <p:cxnSp>
        <p:nvCxnSpPr>
          <p:cNvPr id="16" name="直接箭头连接符 15">
            <a:extLst>
              <a:ext uri="{FF2B5EF4-FFF2-40B4-BE49-F238E27FC236}">
                <a16:creationId xmlns:a16="http://schemas.microsoft.com/office/drawing/2014/main" id="{F12465A4-0CD8-0195-58FD-FFD7C292F475}"/>
              </a:ext>
            </a:extLst>
          </p:cNvPr>
          <p:cNvCxnSpPr>
            <a:stCxn id="2" idx="3"/>
            <a:endCxn id="51" idx="1"/>
          </p:cNvCxnSpPr>
          <p:nvPr/>
        </p:nvCxnSpPr>
        <p:spPr>
          <a:xfrm flipV="1">
            <a:off x="1923097" y="3083941"/>
            <a:ext cx="1568133" cy="945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直接箭头连接符 20">
            <a:extLst>
              <a:ext uri="{FF2B5EF4-FFF2-40B4-BE49-F238E27FC236}">
                <a16:creationId xmlns:a16="http://schemas.microsoft.com/office/drawing/2014/main" id="{BFBB3408-35A0-F1B1-3E1E-A3FD9906029B}"/>
              </a:ext>
            </a:extLst>
          </p:cNvPr>
          <p:cNvCxnSpPr>
            <a:stCxn id="258" idx="2"/>
            <a:endCxn id="51" idx="0"/>
          </p:cNvCxnSpPr>
          <p:nvPr/>
        </p:nvCxnSpPr>
        <p:spPr>
          <a:xfrm flipH="1">
            <a:off x="4218178" y="2029743"/>
            <a:ext cx="803910" cy="72574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直接箭头连接符 26">
            <a:extLst>
              <a:ext uri="{FF2B5EF4-FFF2-40B4-BE49-F238E27FC236}">
                <a16:creationId xmlns:a16="http://schemas.microsoft.com/office/drawing/2014/main" id="{02654873-8A7E-9E04-3E8F-6ED9F273E386}"/>
              </a:ext>
            </a:extLst>
          </p:cNvPr>
          <p:cNvCxnSpPr>
            <a:stCxn id="51" idx="3"/>
            <a:endCxn id="45" idx="1"/>
          </p:cNvCxnSpPr>
          <p:nvPr/>
        </p:nvCxnSpPr>
        <p:spPr>
          <a:xfrm flipV="1">
            <a:off x="4945126" y="3062256"/>
            <a:ext cx="694386" cy="2168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0" name="直接箭头连接符 29">
            <a:extLst>
              <a:ext uri="{FF2B5EF4-FFF2-40B4-BE49-F238E27FC236}">
                <a16:creationId xmlns:a16="http://schemas.microsoft.com/office/drawing/2014/main" id="{DFD78A1C-3807-BD63-AFA4-F3EE317EDB20}"/>
              </a:ext>
            </a:extLst>
          </p:cNvPr>
          <p:cNvCxnSpPr>
            <a:stCxn id="45" idx="3"/>
            <a:endCxn id="9" idx="1"/>
          </p:cNvCxnSpPr>
          <p:nvPr/>
        </p:nvCxnSpPr>
        <p:spPr>
          <a:xfrm>
            <a:off x="7093408" y="3062256"/>
            <a:ext cx="338517" cy="559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3" name="直接箭头连接符 32">
            <a:extLst>
              <a:ext uri="{FF2B5EF4-FFF2-40B4-BE49-F238E27FC236}">
                <a16:creationId xmlns:a16="http://schemas.microsoft.com/office/drawing/2014/main" id="{AB97B89E-3898-F1BB-447F-94F8F9BBA7BB}"/>
              </a:ext>
            </a:extLst>
          </p:cNvPr>
          <p:cNvCxnSpPr>
            <a:cxnSpLocks/>
            <a:stCxn id="9" idx="3"/>
            <a:endCxn id="263" idx="1"/>
          </p:cNvCxnSpPr>
          <p:nvPr/>
        </p:nvCxnSpPr>
        <p:spPr>
          <a:xfrm>
            <a:off x="10394581" y="3067848"/>
            <a:ext cx="29189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ransition spd="slow">
    <p:push dir="u"/>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9" name="CustomShape 1"/>
          <p:cNvSpPr/>
          <p:nvPr/>
        </p:nvSpPr>
        <p:spPr>
          <a:xfrm>
            <a:off x="0" y="254160"/>
            <a:ext cx="607680" cy="236160"/>
          </a:xfrm>
          <a:prstGeom prst="rect">
            <a:avLst/>
          </a:prstGeom>
          <a:solidFill>
            <a:srgbClr val="044875"/>
          </a:solidFill>
          <a:ln w="25560">
            <a:noFill/>
          </a:ln>
        </p:spPr>
        <p:style>
          <a:lnRef idx="0">
            <a:srgbClr val="FFFFFF"/>
          </a:lnRef>
          <a:fillRef idx="0">
            <a:srgbClr val="FFFFFF"/>
          </a:fillRef>
          <a:effectRef idx="0">
            <a:srgbClr val="FFFFFF"/>
          </a:effectRef>
          <a:fontRef idx="minor"/>
        </p:style>
      </p:sp>
      <p:sp>
        <p:nvSpPr>
          <p:cNvPr id="320" name="CustomShape 2"/>
          <p:cNvSpPr/>
          <p:nvPr/>
        </p:nvSpPr>
        <p:spPr>
          <a:xfrm>
            <a:off x="3386455" y="247015"/>
            <a:ext cx="8803640" cy="243205"/>
          </a:xfrm>
          <a:prstGeom prst="rect">
            <a:avLst/>
          </a:prstGeom>
          <a:solidFill>
            <a:srgbClr val="044875"/>
          </a:solidFill>
          <a:ln w="25560">
            <a:noFill/>
          </a:ln>
        </p:spPr>
        <p:style>
          <a:lnRef idx="0">
            <a:srgbClr val="FFFFFF"/>
          </a:lnRef>
          <a:fillRef idx="0">
            <a:srgbClr val="FFFFFF"/>
          </a:fillRef>
          <a:effectRef idx="0">
            <a:srgbClr val="FFFFFF"/>
          </a:effectRef>
          <a:fontRef idx="minor"/>
        </p:style>
      </p:sp>
      <p:sp>
        <p:nvSpPr>
          <p:cNvPr id="321" name="CustomShape 3"/>
          <p:cNvSpPr/>
          <p:nvPr/>
        </p:nvSpPr>
        <p:spPr>
          <a:xfrm>
            <a:off x="646430" y="144145"/>
            <a:ext cx="3152775" cy="457835"/>
          </a:xfrm>
          <a:prstGeom prst="rect">
            <a:avLst/>
          </a:prstGeom>
          <a:noFill/>
          <a:ln>
            <a:noFill/>
          </a:ln>
        </p:spPr>
        <p:style>
          <a:lnRef idx="0">
            <a:srgbClr val="FFFFFF"/>
          </a:lnRef>
          <a:fillRef idx="0">
            <a:srgbClr val="FFFFFF"/>
          </a:fillRef>
          <a:effectRef idx="0">
            <a:srgbClr val="FFFFFF"/>
          </a:effectRef>
          <a:fontRef idx="minor"/>
        </p:style>
        <p:txBody>
          <a:bodyPr wrap="square" lIns="90000" tIns="45000" rIns="90000" bIns="45000">
            <a:spAutoFit/>
          </a:bodyPr>
          <a:lstStyle/>
          <a:p>
            <a:pPr>
              <a:lnSpc>
                <a:spcPct val="100000"/>
              </a:lnSpc>
              <a:spcBef>
                <a:spcPts val="1200"/>
              </a:spcBef>
              <a:tabLst>
                <a:tab pos="0" algn="l"/>
              </a:tabLst>
            </a:pPr>
            <a:r>
              <a:rPr lang="en-US" sz="2400" spc="-1" dirty="0">
                <a:solidFill>
                  <a:srgbClr val="3B3838"/>
                </a:solidFill>
                <a:latin typeface="Impact" panose="020B0806030902050204"/>
                <a:ea typeface="宋体" panose="02010600030101010101" pitchFamily="2" charset="-122"/>
                <a:sym typeface="+mn-ea"/>
              </a:rPr>
              <a:t> </a:t>
            </a:r>
            <a:r>
              <a:rPr lang="zh-CN" sz="2400" b="0" strike="noStrike" spc="-1" dirty="0">
                <a:solidFill>
                  <a:srgbClr val="404040"/>
                </a:solidFill>
                <a:latin typeface="微软雅黑" panose="020B0503020204020204" charset="-122"/>
                <a:ea typeface="微软雅黑" panose="020B0503020204020204" charset="-122"/>
              </a:rPr>
              <a:t>研究点一方案设计</a:t>
            </a:r>
            <a:endParaRPr lang="en-US" sz="2400" b="0" strike="noStrike" spc="-1" dirty="0">
              <a:latin typeface="Arial" panose="020B0604020202020204"/>
            </a:endParaRPr>
          </a:p>
        </p:txBody>
      </p:sp>
      <p:sp>
        <p:nvSpPr>
          <p:cNvPr id="322" name="CustomShape 4"/>
          <p:cNvSpPr/>
          <p:nvPr/>
        </p:nvSpPr>
        <p:spPr>
          <a:xfrm>
            <a:off x="11566440" y="6621480"/>
            <a:ext cx="623520" cy="234720"/>
          </a:xfrm>
          <a:prstGeom prst="rect">
            <a:avLst/>
          </a:prstGeom>
          <a:solidFill>
            <a:srgbClr val="044875"/>
          </a:solidFill>
          <a:ln w="25560">
            <a:noFill/>
          </a:ln>
        </p:spPr>
        <p:style>
          <a:lnRef idx="0">
            <a:srgbClr val="FFFFFF"/>
          </a:lnRef>
          <a:fillRef idx="0">
            <a:srgbClr val="FFFFFF"/>
          </a:fillRef>
          <a:effectRef idx="0">
            <a:srgbClr val="FFFFFF"/>
          </a:effectRef>
          <a:fontRef idx="minor"/>
        </p:style>
      </p:sp>
      <p:sp>
        <p:nvSpPr>
          <p:cNvPr id="323" name="CustomShape 5"/>
          <p:cNvSpPr/>
          <p:nvPr/>
        </p:nvSpPr>
        <p:spPr>
          <a:xfrm>
            <a:off x="0" y="6621480"/>
            <a:ext cx="10437480" cy="234720"/>
          </a:xfrm>
          <a:prstGeom prst="rect">
            <a:avLst/>
          </a:prstGeom>
          <a:solidFill>
            <a:srgbClr val="044875"/>
          </a:solidFill>
          <a:ln w="25560">
            <a:noFill/>
          </a:ln>
        </p:spPr>
        <p:style>
          <a:lnRef idx="0">
            <a:srgbClr val="FFFFFF"/>
          </a:lnRef>
          <a:fillRef idx="0">
            <a:srgbClr val="FFFFFF"/>
          </a:fillRef>
          <a:effectRef idx="0">
            <a:srgbClr val="FFFFFF"/>
          </a:effectRef>
          <a:fontRef idx="minor"/>
        </p:style>
      </p:sp>
      <p:sp>
        <p:nvSpPr>
          <p:cNvPr id="324" name="CustomShape 6"/>
          <p:cNvSpPr/>
          <p:nvPr/>
        </p:nvSpPr>
        <p:spPr>
          <a:xfrm>
            <a:off x="10264680" y="6539040"/>
            <a:ext cx="1498320" cy="396240"/>
          </a:xfrm>
          <a:prstGeom prst="rect">
            <a:avLst/>
          </a:prstGeom>
          <a:noFill/>
          <a:ln>
            <a:noFill/>
          </a:ln>
        </p:spPr>
        <p:style>
          <a:lnRef idx="0">
            <a:srgbClr val="FFFFFF"/>
          </a:lnRef>
          <a:fillRef idx="0">
            <a:srgbClr val="FFFFFF"/>
          </a:fillRef>
          <a:effectRef idx="0">
            <a:srgbClr val="FFFFFF"/>
          </a:effectRef>
          <a:fontRef idx="minor"/>
        </p:style>
        <p:txBody>
          <a:bodyPr lIns="90000" tIns="45000" rIns="90000" bIns="45000">
            <a:spAutoFit/>
          </a:bodyPr>
          <a:lstStyle/>
          <a:p>
            <a:pPr algn="ctr">
              <a:lnSpc>
                <a:spcPct val="100000"/>
              </a:lnSpc>
              <a:tabLst>
                <a:tab pos="0" algn="l"/>
              </a:tabLst>
            </a:pPr>
            <a:r>
              <a:rPr lang="en-US" sz="2000" b="0" strike="noStrike" spc="-1" dirty="0">
                <a:latin typeface="Arial" panose="020B0604020202020204"/>
              </a:rPr>
              <a:t>8</a:t>
            </a:r>
          </a:p>
        </p:txBody>
      </p:sp>
      <p:sp>
        <p:nvSpPr>
          <p:cNvPr id="328" name="CustomShape 10"/>
          <p:cNvSpPr/>
          <p:nvPr/>
        </p:nvSpPr>
        <p:spPr>
          <a:xfrm>
            <a:off x="46800" y="730800"/>
            <a:ext cx="10943640" cy="751680"/>
          </a:xfrm>
          <a:prstGeom prst="rect">
            <a:avLst/>
          </a:prstGeom>
          <a:noFill/>
          <a:ln>
            <a:noFill/>
          </a:ln>
        </p:spPr>
        <p:style>
          <a:lnRef idx="0">
            <a:srgbClr val="FFFFFF"/>
          </a:lnRef>
          <a:fillRef idx="0">
            <a:srgbClr val="FFFFFF"/>
          </a:fillRef>
          <a:effectRef idx="0">
            <a:srgbClr val="FFFFFF"/>
          </a:effectRef>
          <a:fontRef idx="minor"/>
        </p:style>
        <p:txBody>
          <a:bodyPr lIns="90000" tIns="45000" rIns="90000" bIns="45000">
            <a:noAutofit/>
          </a:bodyPr>
          <a:lstStyle/>
          <a:p>
            <a:pPr>
              <a:lnSpc>
                <a:spcPct val="100000"/>
              </a:lnSpc>
            </a:pPr>
            <a:r>
              <a:rPr lang="zh-CN" sz="1800" b="1" strike="noStrike" spc="-1" dirty="0">
                <a:solidFill>
                  <a:srgbClr val="3B3838"/>
                </a:solidFill>
                <a:latin typeface="Arial" panose="020B0604020202020204"/>
                <a:ea typeface="宋体" panose="02010600030101010101" pitchFamily="2" charset="-122"/>
              </a:rPr>
              <a:t>研究点一</a:t>
            </a:r>
            <a:r>
              <a:rPr lang="en-US" sz="1800" b="0" strike="noStrike" spc="-1" dirty="0">
                <a:solidFill>
                  <a:srgbClr val="3B3838"/>
                </a:solidFill>
                <a:latin typeface="Arial" panose="020B0604020202020204"/>
                <a:ea typeface="宋体" panose="02010600030101010101" pitchFamily="2" charset="-122"/>
              </a:rPr>
              <a:t> ：</a:t>
            </a:r>
            <a:r>
              <a:rPr lang="zh-CN" altLang="zh-CN" b="1" spc="-1" dirty="0">
                <a:solidFill>
                  <a:srgbClr val="3B3838"/>
                </a:solidFill>
                <a:ea typeface="宋体" panose="02010600030101010101" pitchFamily="2" charset="-122"/>
              </a:rPr>
              <a:t>基于局部梯度能量约束的特征点增强方法研究</a:t>
            </a:r>
            <a:endParaRPr lang="en-US" sz="1800" b="0" strike="noStrike" spc="-1" dirty="0">
              <a:latin typeface="Arial" panose="020B0604020202020204"/>
            </a:endParaRPr>
          </a:p>
        </p:txBody>
      </p:sp>
      <p:sp>
        <p:nvSpPr>
          <p:cNvPr id="329" name="CustomShape 11"/>
          <p:cNvSpPr/>
          <p:nvPr/>
        </p:nvSpPr>
        <p:spPr>
          <a:xfrm>
            <a:off x="5271480" y="1197360"/>
            <a:ext cx="2231640" cy="420840"/>
          </a:xfrm>
          <a:prstGeom prst="rect">
            <a:avLst/>
          </a:prstGeom>
          <a:noFill/>
          <a:ln>
            <a:noFill/>
          </a:ln>
        </p:spPr>
        <p:style>
          <a:lnRef idx="0">
            <a:srgbClr val="FFFFFF"/>
          </a:lnRef>
          <a:fillRef idx="0">
            <a:srgbClr val="FFFFFF"/>
          </a:fillRef>
          <a:effectRef idx="0">
            <a:srgbClr val="FFFFFF"/>
          </a:effectRef>
          <a:fontRef idx="minor"/>
        </p:style>
        <p:txBody>
          <a:bodyPr lIns="90000" tIns="45000" rIns="90000" bIns="45000">
            <a:noAutofit/>
          </a:bodyPr>
          <a:lstStyle/>
          <a:p>
            <a:pPr>
              <a:lnSpc>
                <a:spcPct val="100000"/>
              </a:lnSpc>
            </a:pPr>
            <a:endParaRPr lang="en-US" sz="1800" b="0" strike="noStrike" spc="-1">
              <a:latin typeface="Arial" panose="020B0604020202020204"/>
            </a:endParaRPr>
          </a:p>
        </p:txBody>
      </p:sp>
      <p:sp>
        <p:nvSpPr>
          <p:cNvPr id="335" name="CustomShape 17"/>
          <p:cNvSpPr/>
          <p:nvPr/>
        </p:nvSpPr>
        <p:spPr>
          <a:xfrm>
            <a:off x="10272240" y="3285000"/>
            <a:ext cx="3023640" cy="751680"/>
          </a:xfrm>
          <a:prstGeom prst="rect">
            <a:avLst/>
          </a:prstGeom>
          <a:noFill/>
          <a:ln>
            <a:noFill/>
          </a:ln>
        </p:spPr>
        <p:style>
          <a:lnRef idx="0">
            <a:srgbClr val="FFFFFF"/>
          </a:lnRef>
          <a:fillRef idx="0">
            <a:srgbClr val="FFFFFF"/>
          </a:fillRef>
          <a:effectRef idx="0">
            <a:srgbClr val="FFFFFF"/>
          </a:effectRef>
          <a:fontRef idx="minor"/>
        </p:style>
        <p:txBody>
          <a:bodyPr lIns="90000" tIns="45000" rIns="90000" bIns="45000">
            <a:noAutofit/>
          </a:bodyPr>
          <a:lstStyle/>
          <a:p>
            <a:pPr>
              <a:lnSpc>
                <a:spcPct val="100000"/>
              </a:lnSpc>
            </a:pPr>
            <a:endParaRPr lang="en-US" sz="1800" b="0" strike="noStrike" spc="-1">
              <a:latin typeface="Arial" panose="020B0604020202020204"/>
            </a:endParaRPr>
          </a:p>
        </p:txBody>
      </p:sp>
      <p:sp>
        <p:nvSpPr>
          <p:cNvPr id="9" name="矩形 8">
            <a:extLst>
              <a:ext uri="{FF2B5EF4-FFF2-40B4-BE49-F238E27FC236}">
                <a16:creationId xmlns:a16="http://schemas.microsoft.com/office/drawing/2014/main" id="{BF1B358A-11AB-4F57-556C-DED82545DE54}"/>
              </a:ext>
            </a:extLst>
          </p:cNvPr>
          <p:cNvSpPr/>
          <p:nvPr/>
        </p:nvSpPr>
        <p:spPr>
          <a:xfrm>
            <a:off x="3688627" y="2609122"/>
            <a:ext cx="2171700" cy="947853"/>
          </a:xfrm>
          <a:prstGeom prst="rect">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t>图像金字塔</a:t>
            </a:r>
          </a:p>
        </p:txBody>
      </p:sp>
      <p:sp>
        <p:nvSpPr>
          <p:cNvPr id="10" name="矩形 9">
            <a:extLst>
              <a:ext uri="{FF2B5EF4-FFF2-40B4-BE49-F238E27FC236}">
                <a16:creationId xmlns:a16="http://schemas.microsoft.com/office/drawing/2014/main" id="{9AF110D4-19F8-F314-D6B1-E33B4BC12D27}"/>
              </a:ext>
            </a:extLst>
          </p:cNvPr>
          <p:cNvSpPr/>
          <p:nvPr/>
        </p:nvSpPr>
        <p:spPr>
          <a:xfrm>
            <a:off x="3691268" y="1378329"/>
            <a:ext cx="2171700" cy="947853"/>
          </a:xfrm>
          <a:prstGeom prst="rect">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t>特征点方向</a:t>
            </a:r>
          </a:p>
        </p:txBody>
      </p:sp>
      <p:sp>
        <p:nvSpPr>
          <p:cNvPr id="12" name="矩形 11">
            <a:extLst>
              <a:ext uri="{FF2B5EF4-FFF2-40B4-BE49-F238E27FC236}">
                <a16:creationId xmlns:a16="http://schemas.microsoft.com/office/drawing/2014/main" id="{71E61EF3-745F-6206-C3BE-CFD6F4228197}"/>
              </a:ext>
            </a:extLst>
          </p:cNvPr>
          <p:cNvSpPr/>
          <p:nvPr/>
        </p:nvSpPr>
        <p:spPr>
          <a:xfrm>
            <a:off x="3674346" y="3837665"/>
            <a:ext cx="2171700" cy="947853"/>
          </a:xfrm>
          <a:prstGeom prst="rect">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t>多叉树筛选</a:t>
            </a:r>
          </a:p>
        </p:txBody>
      </p:sp>
      <p:cxnSp>
        <p:nvCxnSpPr>
          <p:cNvPr id="19" name="直接箭头连接符 18">
            <a:extLst>
              <a:ext uri="{FF2B5EF4-FFF2-40B4-BE49-F238E27FC236}">
                <a16:creationId xmlns:a16="http://schemas.microsoft.com/office/drawing/2014/main" id="{292A5083-BE37-2263-CE9F-73A6E7782980}"/>
              </a:ext>
            </a:extLst>
          </p:cNvPr>
          <p:cNvCxnSpPr>
            <a:cxnSpLocks/>
          </p:cNvCxnSpPr>
          <p:nvPr/>
        </p:nvCxnSpPr>
        <p:spPr>
          <a:xfrm flipV="1">
            <a:off x="2435094" y="1899730"/>
            <a:ext cx="1221206" cy="118331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直接箭头连接符 21">
            <a:extLst>
              <a:ext uri="{FF2B5EF4-FFF2-40B4-BE49-F238E27FC236}">
                <a16:creationId xmlns:a16="http://schemas.microsoft.com/office/drawing/2014/main" id="{0631DD43-1910-60EF-9285-A82005543CE4}"/>
              </a:ext>
            </a:extLst>
          </p:cNvPr>
          <p:cNvCxnSpPr/>
          <p:nvPr/>
        </p:nvCxnSpPr>
        <p:spPr>
          <a:xfrm>
            <a:off x="2435094" y="3083049"/>
            <a:ext cx="122120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直接箭头连接符 22">
            <a:extLst>
              <a:ext uri="{FF2B5EF4-FFF2-40B4-BE49-F238E27FC236}">
                <a16:creationId xmlns:a16="http://schemas.microsoft.com/office/drawing/2014/main" id="{85C9F828-5A07-5CC9-E990-6941192534C5}"/>
              </a:ext>
            </a:extLst>
          </p:cNvPr>
          <p:cNvCxnSpPr>
            <a:cxnSpLocks/>
            <a:endCxn id="12" idx="1"/>
          </p:cNvCxnSpPr>
          <p:nvPr/>
        </p:nvCxnSpPr>
        <p:spPr>
          <a:xfrm>
            <a:off x="2435094" y="3083049"/>
            <a:ext cx="1239252" cy="122854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4" name="文本框 23">
            <a:extLst>
              <a:ext uri="{FF2B5EF4-FFF2-40B4-BE49-F238E27FC236}">
                <a16:creationId xmlns:a16="http://schemas.microsoft.com/office/drawing/2014/main" id="{70305622-542B-5F25-9928-88F0E902FE1A}"/>
              </a:ext>
            </a:extLst>
          </p:cNvPr>
          <p:cNvSpPr txBox="1"/>
          <p:nvPr/>
        </p:nvSpPr>
        <p:spPr>
          <a:xfrm>
            <a:off x="6046863" y="2947440"/>
            <a:ext cx="1816768" cy="369332"/>
          </a:xfrm>
          <a:prstGeom prst="rect">
            <a:avLst/>
          </a:prstGeom>
          <a:noFill/>
        </p:spPr>
        <p:txBody>
          <a:bodyPr wrap="square" rtlCol="0">
            <a:spAutoFit/>
          </a:bodyPr>
          <a:lstStyle/>
          <a:p>
            <a:r>
              <a:rPr lang="zh-CN" altLang="en-US" b="1" dirty="0"/>
              <a:t>尺度不变性</a:t>
            </a:r>
            <a:endParaRPr lang="zh-CN" altLang="en-US" dirty="0"/>
          </a:p>
        </p:txBody>
      </p:sp>
      <p:sp>
        <p:nvSpPr>
          <p:cNvPr id="25" name="文本框 24">
            <a:extLst>
              <a:ext uri="{FF2B5EF4-FFF2-40B4-BE49-F238E27FC236}">
                <a16:creationId xmlns:a16="http://schemas.microsoft.com/office/drawing/2014/main" id="{6BF0223A-C909-874E-E3FF-A89AD5BB2544}"/>
              </a:ext>
            </a:extLst>
          </p:cNvPr>
          <p:cNvSpPr txBox="1"/>
          <p:nvPr/>
        </p:nvSpPr>
        <p:spPr>
          <a:xfrm>
            <a:off x="5897936" y="1641595"/>
            <a:ext cx="1816768" cy="369332"/>
          </a:xfrm>
          <a:prstGeom prst="rect">
            <a:avLst/>
          </a:prstGeom>
          <a:noFill/>
        </p:spPr>
        <p:txBody>
          <a:bodyPr wrap="square" rtlCol="0">
            <a:spAutoFit/>
          </a:bodyPr>
          <a:lstStyle/>
          <a:p>
            <a:r>
              <a:rPr lang="zh-CN" altLang="en-US" b="1" dirty="0"/>
              <a:t>  旋转不变性</a:t>
            </a:r>
            <a:endParaRPr lang="zh-CN" altLang="en-US" dirty="0"/>
          </a:p>
        </p:txBody>
      </p:sp>
      <p:sp>
        <p:nvSpPr>
          <p:cNvPr id="26" name="文本框 25">
            <a:extLst>
              <a:ext uri="{FF2B5EF4-FFF2-40B4-BE49-F238E27FC236}">
                <a16:creationId xmlns:a16="http://schemas.microsoft.com/office/drawing/2014/main" id="{9EF6C028-BB1A-F54F-0DB4-DFC16E99ECEF}"/>
              </a:ext>
            </a:extLst>
          </p:cNvPr>
          <p:cNvSpPr txBox="1"/>
          <p:nvPr/>
        </p:nvSpPr>
        <p:spPr>
          <a:xfrm>
            <a:off x="5971507" y="4287662"/>
            <a:ext cx="1816768" cy="369332"/>
          </a:xfrm>
          <a:prstGeom prst="rect">
            <a:avLst/>
          </a:prstGeom>
          <a:noFill/>
        </p:spPr>
        <p:txBody>
          <a:bodyPr wrap="square" rtlCol="0">
            <a:spAutoFit/>
          </a:bodyPr>
          <a:lstStyle/>
          <a:p>
            <a:r>
              <a:rPr lang="zh-CN" altLang="en-US" b="1" dirty="0"/>
              <a:t>特征点分布均匀</a:t>
            </a:r>
            <a:endParaRPr lang="zh-CN" altLang="en-US" dirty="0"/>
          </a:p>
        </p:txBody>
      </p:sp>
      <p:sp>
        <p:nvSpPr>
          <p:cNvPr id="28" name="文本框 27">
            <a:extLst>
              <a:ext uri="{FF2B5EF4-FFF2-40B4-BE49-F238E27FC236}">
                <a16:creationId xmlns:a16="http://schemas.microsoft.com/office/drawing/2014/main" id="{BA9ACD52-A725-6C48-14E3-AF6C85ED4506}"/>
              </a:ext>
            </a:extLst>
          </p:cNvPr>
          <p:cNvSpPr txBox="1"/>
          <p:nvPr/>
        </p:nvSpPr>
        <p:spPr>
          <a:xfrm>
            <a:off x="5897936" y="5788386"/>
            <a:ext cx="7048499" cy="646331"/>
          </a:xfrm>
          <a:prstGeom prst="rect">
            <a:avLst/>
          </a:prstGeom>
          <a:noFill/>
        </p:spPr>
        <p:txBody>
          <a:bodyPr wrap="square" rtlCol="0">
            <a:spAutoFit/>
          </a:bodyPr>
          <a:lstStyle/>
          <a:p>
            <a:r>
              <a:rPr lang="zh-CN" altLang="en-US" b="1" dirty="0">
                <a:solidFill>
                  <a:srgbClr val="00B0F0"/>
                </a:solidFill>
              </a:rPr>
              <a:t>在特征点分布均匀的基础上，通过计算特征点周围的梯度信息</a:t>
            </a:r>
            <a:endParaRPr lang="en-US" altLang="zh-CN" b="1" dirty="0">
              <a:solidFill>
                <a:srgbClr val="00B0F0"/>
              </a:solidFill>
            </a:endParaRPr>
          </a:p>
          <a:p>
            <a:r>
              <a:rPr lang="zh-CN" altLang="en-US" b="1" dirty="0">
                <a:solidFill>
                  <a:srgbClr val="00B0F0"/>
                </a:solidFill>
              </a:rPr>
              <a:t>刻画弱特征点局部信息</a:t>
            </a:r>
          </a:p>
        </p:txBody>
      </p:sp>
      <p:sp>
        <p:nvSpPr>
          <p:cNvPr id="43" name="矩形 42">
            <a:extLst>
              <a:ext uri="{FF2B5EF4-FFF2-40B4-BE49-F238E27FC236}">
                <a16:creationId xmlns:a16="http://schemas.microsoft.com/office/drawing/2014/main" id="{E01DD008-4AD7-9E6A-3F67-7BA8B403A04C}"/>
              </a:ext>
            </a:extLst>
          </p:cNvPr>
          <p:cNvSpPr/>
          <p:nvPr/>
        </p:nvSpPr>
        <p:spPr>
          <a:xfrm>
            <a:off x="3506512" y="5717003"/>
            <a:ext cx="2353816" cy="771322"/>
          </a:xfrm>
          <a:prstGeom prst="rect">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dirty="0"/>
              <a:t>能量梯度</a:t>
            </a:r>
          </a:p>
        </p:txBody>
      </p:sp>
      <p:sp>
        <p:nvSpPr>
          <p:cNvPr id="45" name="文本框 44">
            <a:extLst>
              <a:ext uri="{FF2B5EF4-FFF2-40B4-BE49-F238E27FC236}">
                <a16:creationId xmlns:a16="http://schemas.microsoft.com/office/drawing/2014/main" id="{2B2F2608-B8F3-2B6E-3872-76E80EE2819A}"/>
              </a:ext>
            </a:extLst>
          </p:cNvPr>
          <p:cNvSpPr txBox="1"/>
          <p:nvPr/>
        </p:nvSpPr>
        <p:spPr>
          <a:xfrm>
            <a:off x="560120" y="2875154"/>
            <a:ext cx="1639301" cy="369332"/>
          </a:xfrm>
          <a:prstGeom prst="rect">
            <a:avLst/>
          </a:prstGeom>
          <a:noFill/>
        </p:spPr>
        <p:txBody>
          <a:bodyPr wrap="square">
            <a:spAutoFit/>
          </a:bodyPr>
          <a:lstStyle/>
          <a:p>
            <a:pPr algn="ctr"/>
            <a:r>
              <a:rPr lang="zh-CN" altLang="en-US" sz="1800" b="1" dirty="0"/>
              <a:t>特征点提取</a:t>
            </a:r>
          </a:p>
        </p:txBody>
      </p:sp>
    </p:spTree>
  </p:cSld>
  <p:clrMapOvr>
    <a:masterClrMapping/>
  </p:clrMapOvr>
  <p:transition spd="slow">
    <p:push dir="u"/>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9" name="CustomShape 1"/>
          <p:cNvSpPr/>
          <p:nvPr/>
        </p:nvSpPr>
        <p:spPr>
          <a:xfrm>
            <a:off x="0" y="254160"/>
            <a:ext cx="607680" cy="236160"/>
          </a:xfrm>
          <a:prstGeom prst="rect">
            <a:avLst/>
          </a:prstGeom>
          <a:solidFill>
            <a:srgbClr val="044875"/>
          </a:solidFill>
          <a:ln w="25560">
            <a:noFill/>
          </a:ln>
        </p:spPr>
        <p:style>
          <a:lnRef idx="0">
            <a:srgbClr val="FFFFFF"/>
          </a:lnRef>
          <a:fillRef idx="0">
            <a:srgbClr val="FFFFFF"/>
          </a:fillRef>
          <a:effectRef idx="0">
            <a:srgbClr val="FFFFFF"/>
          </a:effectRef>
          <a:fontRef idx="minor"/>
        </p:style>
      </p:sp>
      <p:sp>
        <p:nvSpPr>
          <p:cNvPr id="340" name="CustomShape 2"/>
          <p:cNvSpPr/>
          <p:nvPr/>
        </p:nvSpPr>
        <p:spPr>
          <a:xfrm>
            <a:off x="3492500" y="254000"/>
            <a:ext cx="8697595" cy="236220"/>
          </a:xfrm>
          <a:prstGeom prst="rect">
            <a:avLst/>
          </a:prstGeom>
          <a:solidFill>
            <a:srgbClr val="044875"/>
          </a:solidFill>
          <a:ln w="25560">
            <a:noFill/>
          </a:ln>
        </p:spPr>
        <p:style>
          <a:lnRef idx="0">
            <a:srgbClr val="FFFFFF"/>
          </a:lnRef>
          <a:fillRef idx="0">
            <a:srgbClr val="FFFFFF"/>
          </a:fillRef>
          <a:effectRef idx="0">
            <a:srgbClr val="FFFFFF"/>
          </a:effectRef>
          <a:fontRef idx="minor"/>
        </p:style>
      </p:sp>
      <p:sp>
        <p:nvSpPr>
          <p:cNvPr id="341" name="CustomShape 3"/>
          <p:cNvSpPr/>
          <p:nvPr/>
        </p:nvSpPr>
        <p:spPr>
          <a:xfrm>
            <a:off x="646430" y="144145"/>
            <a:ext cx="2945130" cy="457835"/>
          </a:xfrm>
          <a:prstGeom prst="rect">
            <a:avLst/>
          </a:prstGeom>
          <a:noFill/>
          <a:ln>
            <a:noFill/>
          </a:ln>
        </p:spPr>
        <p:style>
          <a:lnRef idx="0">
            <a:srgbClr val="FFFFFF"/>
          </a:lnRef>
          <a:fillRef idx="0">
            <a:srgbClr val="FFFFFF"/>
          </a:fillRef>
          <a:effectRef idx="0">
            <a:srgbClr val="FFFFFF"/>
          </a:effectRef>
          <a:fontRef idx="minor"/>
        </p:style>
        <p:txBody>
          <a:bodyPr wrap="square" lIns="90000" tIns="45000" rIns="90000" bIns="45000">
            <a:spAutoFit/>
          </a:bodyPr>
          <a:lstStyle/>
          <a:p>
            <a:pPr>
              <a:lnSpc>
                <a:spcPct val="100000"/>
              </a:lnSpc>
              <a:spcBef>
                <a:spcPts val="1200"/>
              </a:spcBef>
              <a:tabLst>
                <a:tab pos="0" algn="l"/>
              </a:tabLst>
            </a:pPr>
            <a:r>
              <a:rPr lang="zh-CN" altLang="zh-CN" sz="2400" spc="-1" dirty="0">
                <a:solidFill>
                  <a:srgbClr val="404040"/>
                </a:solidFill>
                <a:latin typeface="微软雅黑" panose="020B0503020204020204" charset="-122"/>
                <a:ea typeface="微软雅黑" panose="020B0503020204020204" charset="-122"/>
              </a:rPr>
              <a:t>研究点一方案设计</a:t>
            </a:r>
            <a:endParaRPr lang="en-US" sz="2400" b="0" strike="noStrike" spc="-1" dirty="0">
              <a:latin typeface="Arial" panose="020B0604020202020204"/>
            </a:endParaRPr>
          </a:p>
        </p:txBody>
      </p:sp>
      <p:sp>
        <p:nvSpPr>
          <p:cNvPr id="342" name="CustomShape 4"/>
          <p:cNvSpPr/>
          <p:nvPr/>
        </p:nvSpPr>
        <p:spPr>
          <a:xfrm>
            <a:off x="11566440" y="6621480"/>
            <a:ext cx="623520" cy="234720"/>
          </a:xfrm>
          <a:prstGeom prst="rect">
            <a:avLst/>
          </a:prstGeom>
          <a:solidFill>
            <a:srgbClr val="044875"/>
          </a:solidFill>
          <a:ln w="25560">
            <a:noFill/>
          </a:ln>
        </p:spPr>
        <p:style>
          <a:lnRef idx="0">
            <a:srgbClr val="FFFFFF"/>
          </a:lnRef>
          <a:fillRef idx="0">
            <a:srgbClr val="FFFFFF"/>
          </a:fillRef>
          <a:effectRef idx="0">
            <a:srgbClr val="FFFFFF"/>
          </a:effectRef>
          <a:fontRef idx="minor"/>
        </p:style>
      </p:sp>
      <p:sp>
        <p:nvSpPr>
          <p:cNvPr id="343" name="CustomShape 5"/>
          <p:cNvSpPr/>
          <p:nvPr/>
        </p:nvSpPr>
        <p:spPr>
          <a:xfrm>
            <a:off x="0" y="6621480"/>
            <a:ext cx="10437480" cy="234720"/>
          </a:xfrm>
          <a:prstGeom prst="rect">
            <a:avLst/>
          </a:prstGeom>
          <a:solidFill>
            <a:srgbClr val="044875"/>
          </a:solidFill>
          <a:ln w="25560">
            <a:noFill/>
          </a:ln>
        </p:spPr>
        <p:style>
          <a:lnRef idx="0">
            <a:srgbClr val="FFFFFF"/>
          </a:lnRef>
          <a:fillRef idx="0">
            <a:srgbClr val="FFFFFF"/>
          </a:fillRef>
          <a:effectRef idx="0">
            <a:srgbClr val="FFFFFF"/>
          </a:effectRef>
          <a:fontRef idx="minor"/>
        </p:style>
      </p:sp>
      <p:sp>
        <p:nvSpPr>
          <p:cNvPr id="344" name="CustomShape 6"/>
          <p:cNvSpPr/>
          <p:nvPr/>
        </p:nvSpPr>
        <p:spPr>
          <a:xfrm>
            <a:off x="10264680" y="6539040"/>
            <a:ext cx="1498320" cy="396240"/>
          </a:xfrm>
          <a:prstGeom prst="rect">
            <a:avLst/>
          </a:prstGeom>
          <a:noFill/>
          <a:ln>
            <a:noFill/>
          </a:ln>
        </p:spPr>
        <p:style>
          <a:lnRef idx="0">
            <a:srgbClr val="FFFFFF"/>
          </a:lnRef>
          <a:fillRef idx="0">
            <a:srgbClr val="FFFFFF"/>
          </a:fillRef>
          <a:effectRef idx="0">
            <a:srgbClr val="FFFFFF"/>
          </a:effectRef>
          <a:fontRef idx="minor"/>
        </p:style>
        <p:txBody>
          <a:bodyPr lIns="90000" tIns="45000" rIns="90000" bIns="45000">
            <a:spAutoFit/>
          </a:bodyPr>
          <a:lstStyle/>
          <a:p>
            <a:pPr algn="ctr">
              <a:lnSpc>
                <a:spcPct val="100000"/>
              </a:lnSpc>
              <a:tabLst>
                <a:tab pos="0" algn="l"/>
              </a:tabLst>
            </a:pPr>
            <a:r>
              <a:rPr lang="en-US" sz="2000" spc="-1" dirty="0">
                <a:latin typeface="Arial" panose="020B0604020202020204"/>
              </a:rPr>
              <a:t>9</a:t>
            </a:r>
            <a:endParaRPr lang="en-US" sz="2000" b="0" strike="noStrike" spc="-1" dirty="0">
              <a:latin typeface="Arial" panose="020B0604020202020204"/>
            </a:endParaRPr>
          </a:p>
        </p:txBody>
      </p:sp>
      <p:sp>
        <p:nvSpPr>
          <p:cNvPr id="348" name="CustomShape 10"/>
          <p:cNvSpPr/>
          <p:nvPr/>
        </p:nvSpPr>
        <p:spPr>
          <a:xfrm>
            <a:off x="335090" y="655870"/>
            <a:ext cx="10943640" cy="751680"/>
          </a:xfrm>
          <a:prstGeom prst="rect">
            <a:avLst/>
          </a:prstGeom>
          <a:noFill/>
          <a:ln>
            <a:noFill/>
          </a:ln>
        </p:spPr>
        <p:style>
          <a:lnRef idx="0">
            <a:srgbClr val="FFFFFF"/>
          </a:lnRef>
          <a:fillRef idx="0">
            <a:srgbClr val="FFFFFF"/>
          </a:fillRef>
          <a:effectRef idx="0">
            <a:srgbClr val="FFFFFF"/>
          </a:effectRef>
          <a:fontRef idx="minor"/>
        </p:style>
        <p:txBody>
          <a:bodyPr lIns="90000" tIns="45000" rIns="90000" bIns="45000">
            <a:noAutofit/>
          </a:bodyPr>
          <a:lstStyle/>
          <a:p>
            <a:pPr>
              <a:lnSpc>
                <a:spcPct val="100000"/>
              </a:lnSpc>
            </a:pPr>
            <a:r>
              <a:rPr lang="zh-CN" sz="1800" b="1" strike="noStrike" spc="-1" dirty="0">
                <a:solidFill>
                  <a:srgbClr val="3B3838"/>
                </a:solidFill>
                <a:latin typeface="Arial" panose="020B0604020202020204"/>
                <a:ea typeface="宋体" panose="02010600030101010101" pitchFamily="2" charset="-122"/>
              </a:rPr>
              <a:t>研究点一</a:t>
            </a:r>
            <a:r>
              <a:rPr lang="en-US" sz="1800" b="0" strike="noStrike" spc="-1" dirty="0">
                <a:solidFill>
                  <a:srgbClr val="3B3838"/>
                </a:solidFill>
                <a:latin typeface="Arial" panose="020B0604020202020204"/>
                <a:ea typeface="宋体" panose="02010600030101010101" pitchFamily="2" charset="-122"/>
              </a:rPr>
              <a:t> ：</a:t>
            </a:r>
            <a:r>
              <a:rPr lang="zh-CN" altLang="zh-CN" b="1" spc="-1" dirty="0">
                <a:solidFill>
                  <a:srgbClr val="3B3838"/>
                </a:solidFill>
                <a:ea typeface="宋体" panose="02010600030101010101" pitchFamily="2" charset="-122"/>
              </a:rPr>
              <a:t>基于局部梯度能量约束的特征点增强方法研究</a:t>
            </a:r>
            <a:endParaRPr lang="en-US" sz="1800" b="0" strike="noStrike" spc="-1" dirty="0">
              <a:latin typeface="Arial" panose="020B0604020202020204"/>
            </a:endParaRPr>
          </a:p>
        </p:txBody>
      </p:sp>
      <p:sp>
        <p:nvSpPr>
          <p:cNvPr id="349" name="CustomShape 11"/>
          <p:cNvSpPr/>
          <p:nvPr/>
        </p:nvSpPr>
        <p:spPr>
          <a:xfrm>
            <a:off x="5271480" y="1197360"/>
            <a:ext cx="2231640" cy="420840"/>
          </a:xfrm>
          <a:prstGeom prst="rect">
            <a:avLst/>
          </a:prstGeom>
          <a:noFill/>
          <a:ln>
            <a:noFill/>
          </a:ln>
        </p:spPr>
        <p:style>
          <a:lnRef idx="0">
            <a:srgbClr val="FFFFFF"/>
          </a:lnRef>
          <a:fillRef idx="0">
            <a:srgbClr val="FFFFFF"/>
          </a:fillRef>
          <a:effectRef idx="0">
            <a:srgbClr val="FFFFFF"/>
          </a:effectRef>
          <a:fontRef idx="minor"/>
        </p:style>
        <p:txBody>
          <a:bodyPr lIns="90000" tIns="45000" rIns="90000" bIns="45000">
            <a:noAutofit/>
          </a:bodyPr>
          <a:lstStyle/>
          <a:p>
            <a:pPr>
              <a:lnSpc>
                <a:spcPct val="100000"/>
              </a:lnSpc>
            </a:pPr>
            <a:endParaRPr lang="en-US" sz="1800" b="0" strike="noStrike" spc="-1">
              <a:latin typeface="Arial" panose="020B0604020202020204"/>
            </a:endParaRPr>
          </a:p>
        </p:txBody>
      </p:sp>
      <p:pic>
        <p:nvPicPr>
          <p:cNvPr id="2" name="图片 1" descr="图示&#10;&#10;AI 生成的内容可能不正确。">
            <a:extLst>
              <a:ext uri="{FF2B5EF4-FFF2-40B4-BE49-F238E27FC236}">
                <a16:creationId xmlns:a16="http://schemas.microsoft.com/office/drawing/2014/main" id="{28D17414-ECDF-B5D1-314D-B2F1A0621CA6}"/>
              </a:ext>
            </a:extLst>
          </p:cNvPr>
          <p:cNvPicPr>
            <a:picLocks noChangeAspect="1"/>
          </p:cNvPicPr>
          <p:nvPr/>
        </p:nvPicPr>
        <p:blipFill>
          <a:blip r:embed="rId3"/>
          <a:stretch>
            <a:fillRect/>
          </a:stretch>
        </p:blipFill>
        <p:spPr>
          <a:xfrm>
            <a:off x="462622" y="1618201"/>
            <a:ext cx="2962294" cy="2520548"/>
          </a:xfrm>
          <a:prstGeom prst="rect">
            <a:avLst/>
          </a:prstGeom>
        </p:spPr>
      </p:pic>
      <p:sp>
        <p:nvSpPr>
          <p:cNvPr id="4" name="文本框 3">
            <a:extLst>
              <a:ext uri="{FF2B5EF4-FFF2-40B4-BE49-F238E27FC236}">
                <a16:creationId xmlns:a16="http://schemas.microsoft.com/office/drawing/2014/main" id="{EC3C1BB3-8739-D825-D2D0-E2A71DD77FCB}"/>
              </a:ext>
            </a:extLst>
          </p:cNvPr>
          <p:cNvSpPr txBox="1"/>
          <p:nvPr/>
        </p:nvSpPr>
        <p:spPr>
          <a:xfrm>
            <a:off x="793750" y="4732676"/>
            <a:ext cx="3600450" cy="369332"/>
          </a:xfrm>
          <a:prstGeom prst="rect">
            <a:avLst/>
          </a:prstGeom>
          <a:noFill/>
        </p:spPr>
        <p:txBody>
          <a:bodyPr wrap="square">
            <a:spAutoFit/>
          </a:bodyPr>
          <a:lstStyle/>
          <a:p>
            <a:r>
              <a:rPr lang="zh-CN" altLang="en-US" b="1" dirty="0"/>
              <a:t>图像金字塔解决：尺度不变性</a:t>
            </a:r>
            <a:endParaRPr lang="zh-CN" altLang="en-US" dirty="0"/>
          </a:p>
        </p:txBody>
      </p:sp>
      <p:pic>
        <p:nvPicPr>
          <p:cNvPr id="5" name="图片 4">
            <a:extLst>
              <a:ext uri="{FF2B5EF4-FFF2-40B4-BE49-F238E27FC236}">
                <a16:creationId xmlns:a16="http://schemas.microsoft.com/office/drawing/2014/main" id="{FC08B081-B745-FA46-1071-16CB76223409}"/>
              </a:ext>
            </a:extLst>
          </p:cNvPr>
          <p:cNvPicPr>
            <a:picLocks noChangeAspect="1"/>
          </p:cNvPicPr>
          <p:nvPr/>
        </p:nvPicPr>
        <p:blipFill>
          <a:blip r:embed="rId4"/>
          <a:stretch>
            <a:fillRect/>
          </a:stretch>
        </p:blipFill>
        <p:spPr>
          <a:xfrm>
            <a:off x="7391544" y="1608071"/>
            <a:ext cx="2613476" cy="2637901"/>
          </a:xfrm>
          <a:prstGeom prst="rect">
            <a:avLst/>
          </a:prstGeom>
        </p:spPr>
      </p:pic>
      <p:sp>
        <p:nvSpPr>
          <p:cNvPr id="10" name="文本框 9">
            <a:extLst>
              <a:ext uri="{FF2B5EF4-FFF2-40B4-BE49-F238E27FC236}">
                <a16:creationId xmlns:a16="http://schemas.microsoft.com/office/drawing/2014/main" id="{19E982C9-B25B-C13D-2F14-ABB29CBAAC3A}"/>
              </a:ext>
            </a:extLst>
          </p:cNvPr>
          <p:cNvSpPr txBox="1"/>
          <p:nvPr/>
        </p:nvSpPr>
        <p:spPr>
          <a:xfrm>
            <a:off x="7503120" y="4681918"/>
            <a:ext cx="3097698" cy="369332"/>
          </a:xfrm>
          <a:prstGeom prst="rect">
            <a:avLst/>
          </a:prstGeom>
          <a:noFill/>
        </p:spPr>
        <p:txBody>
          <a:bodyPr wrap="square">
            <a:spAutoFit/>
          </a:bodyPr>
          <a:lstStyle/>
          <a:p>
            <a:r>
              <a:rPr lang="zh-CN" altLang="en-US" b="1" dirty="0"/>
              <a:t>图像重心解决：旋转不变性</a:t>
            </a:r>
            <a:endParaRPr lang="zh-CN" altLang="en-US" dirty="0"/>
          </a:p>
        </p:txBody>
      </p:sp>
    </p:spTree>
  </p:cSld>
  <p:clrMapOvr>
    <a:masterClrMapping/>
  </p:clrMapOvr>
  <p:transition spd="slow">
    <p:push dir="u"/>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4177C2-4271-52C3-1DEF-2F6B0A32A36C}"/>
            </a:ext>
          </a:extLst>
        </p:cNvPr>
        <p:cNvGrpSpPr/>
        <p:nvPr/>
      </p:nvGrpSpPr>
      <p:grpSpPr>
        <a:xfrm>
          <a:off x="0" y="0"/>
          <a:ext cx="0" cy="0"/>
          <a:chOff x="0" y="0"/>
          <a:chExt cx="0" cy="0"/>
        </a:xfrm>
      </p:grpSpPr>
      <p:sp>
        <p:nvSpPr>
          <p:cNvPr id="339" name="CustomShape 1">
            <a:extLst>
              <a:ext uri="{FF2B5EF4-FFF2-40B4-BE49-F238E27FC236}">
                <a16:creationId xmlns:a16="http://schemas.microsoft.com/office/drawing/2014/main" id="{B3A63937-2822-B7DD-B658-4D4FA7691667}"/>
              </a:ext>
            </a:extLst>
          </p:cNvPr>
          <p:cNvSpPr/>
          <p:nvPr/>
        </p:nvSpPr>
        <p:spPr>
          <a:xfrm>
            <a:off x="0" y="254160"/>
            <a:ext cx="607680" cy="236160"/>
          </a:xfrm>
          <a:prstGeom prst="rect">
            <a:avLst/>
          </a:prstGeom>
          <a:solidFill>
            <a:srgbClr val="044875"/>
          </a:solidFill>
          <a:ln w="25560">
            <a:noFill/>
          </a:ln>
        </p:spPr>
        <p:style>
          <a:lnRef idx="0">
            <a:srgbClr val="FFFFFF"/>
          </a:lnRef>
          <a:fillRef idx="0">
            <a:srgbClr val="FFFFFF"/>
          </a:fillRef>
          <a:effectRef idx="0">
            <a:srgbClr val="FFFFFF"/>
          </a:effectRef>
          <a:fontRef idx="minor"/>
        </p:style>
      </p:sp>
      <p:sp>
        <p:nvSpPr>
          <p:cNvPr id="340" name="CustomShape 2">
            <a:extLst>
              <a:ext uri="{FF2B5EF4-FFF2-40B4-BE49-F238E27FC236}">
                <a16:creationId xmlns:a16="http://schemas.microsoft.com/office/drawing/2014/main" id="{99785D34-9EA8-F358-4E44-BBC33A31F5F0}"/>
              </a:ext>
            </a:extLst>
          </p:cNvPr>
          <p:cNvSpPr/>
          <p:nvPr/>
        </p:nvSpPr>
        <p:spPr>
          <a:xfrm>
            <a:off x="3492500" y="254000"/>
            <a:ext cx="8697595" cy="236220"/>
          </a:xfrm>
          <a:prstGeom prst="rect">
            <a:avLst/>
          </a:prstGeom>
          <a:solidFill>
            <a:srgbClr val="044875"/>
          </a:solidFill>
          <a:ln w="25560">
            <a:noFill/>
          </a:ln>
        </p:spPr>
        <p:style>
          <a:lnRef idx="0">
            <a:srgbClr val="FFFFFF"/>
          </a:lnRef>
          <a:fillRef idx="0">
            <a:srgbClr val="FFFFFF"/>
          </a:fillRef>
          <a:effectRef idx="0">
            <a:srgbClr val="FFFFFF"/>
          </a:effectRef>
          <a:fontRef idx="minor"/>
        </p:style>
      </p:sp>
      <p:sp>
        <p:nvSpPr>
          <p:cNvPr id="341" name="CustomShape 3">
            <a:extLst>
              <a:ext uri="{FF2B5EF4-FFF2-40B4-BE49-F238E27FC236}">
                <a16:creationId xmlns:a16="http://schemas.microsoft.com/office/drawing/2014/main" id="{67F89026-522D-8B15-0007-23C813E2B9D1}"/>
              </a:ext>
            </a:extLst>
          </p:cNvPr>
          <p:cNvSpPr/>
          <p:nvPr/>
        </p:nvSpPr>
        <p:spPr>
          <a:xfrm>
            <a:off x="646430" y="144145"/>
            <a:ext cx="2945130" cy="457835"/>
          </a:xfrm>
          <a:prstGeom prst="rect">
            <a:avLst/>
          </a:prstGeom>
          <a:noFill/>
          <a:ln>
            <a:noFill/>
          </a:ln>
        </p:spPr>
        <p:style>
          <a:lnRef idx="0">
            <a:srgbClr val="FFFFFF"/>
          </a:lnRef>
          <a:fillRef idx="0">
            <a:srgbClr val="FFFFFF"/>
          </a:fillRef>
          <a:effectRef idx="0">
            <a:srgbClr val="FFFFFF"/>
          </a:effectRef>
          <a:fontRef idx="minor"/>
        </p:style>
        <p:txBody>
          <a:bodyPr wrap="square" lIns="90000" tIns="45000" rIns="90000" bIns="45000">
            <a:spAutoFit/>
          </a:bodyPr>
          <a:lstStyle/>
          <a:p>
            <a:pPr>
              <a:lnSpc>
                <a:spcPct val="100000"/>
              </a:lnSpc>
              <a:spcBef>
                <a:spcPts val="1200"/>
              </a:spcBef>
              <a:tabLst>
                <a:tab pos="0" algn="l"/>
              </a:tabLst>
            </a:pPr>
            <a:r>
              <a:rPr lang="zh-CN" altLang="zh-CN" sz="2400" spc="-1" dirty="0">
                <a:solidFill>
                  <a:srgbClr val="404040"/>
                </a:solidFill>
                <a:latin typeface="微软雅黑" panose="020B0503020204020204" charset="-122"/>
                <a:ea typeface="微软雅黑" panose="020B0503020204020204" charset="-122"/>
              </a:rPr>
              <a:t>研究点一方案设计</a:t>
            </a:r>
            <a:endParaRPr lang="en-US" sz="2400" b="0" strike="noStrike" spc="-1" dirty="0">
              <a:latin typeface="Arial" panose="020B0604020202020204"/>
            </a:endParaRPr>
          </a:p>
        </p:txBody>
      </p:sp>
      <p:sp>
        <p:nvSpPr>
          <p:cNvPr id="342" name="CustomShape 4">
            <a:extLst>
              <a:ext uri="{FF2B5EF4-FFF2-40B4-BE49-F238E27FC236}">
                <a16:creationId xmlns:a16="http://schemas.microsoft.com/office/drawing/2014/main" id="{BF5D8CC1-B975-C00E-B036-8277AA00F43A}"/>
              </a:ext>
            </a:extLst>
          </p:cNvPr>
          <p:cNvSpPr/>
          <p:nvPr/>
        </p:nvSpPr>
        <p:spPr>
          <a:xfrm>
            <a:off x="11566440" y="6621480"/>
            <a:ext cx="623520" cy="234720"/>
          </a:xfrm>
          <a:prstGeom prst="rect">
            <a:avLst/>
          </a:prstGeom>
          <a:solidFill>
            <a:srgbClr val="044875"/>
          </a:solidFill>
          <a:ln w="25560">
            <a:noFill/>
          </a:ln>
        </p:spPr>
        <p:style>
          <a:lnRef idx="0">
            <a:srgbClr val="FFFFFF"/>
          </a:lnRef>
          <a:fillRef idx="0">
            <a:srgbClr val="FFFFFF"/>
          </a:fillRef>
          <a:effectRef idx="0">
            <a:srgbClr val="FFFFFF"/>
          </a:effectRef>
          <a:fontRef idx="minor"/>
        </p:style>
      </p:sp>
      <p:sp>
        <p:nvSpPr>
          <p:cNvPr id="343" name="CustomShape 5">
            <a:extLst>
              <a:ext uri="{FF2B5EF4-FFF2-40B4-BE49-F238E27FC236}">
                <a16:creationId xmlns:a16="http://schemas.microsoft.com/office/drawing/2014/main" id="{BF2932EC-2017-5A2C-0D69-490EE8BAC936}"/>
              </a:ext>
            </a:extLst>
          </p:cNvPr>
          <p:cNvSpPr/>
          <p:nvPr/>
        </p:nvSpPr>
        <p:spPr>
          <a:xfrm>
            <a:off x="0" y="6621480"/>
            <a:ext cx="10437480" cy="234720"/>
          </a:xfrm>
          <a:prstGeom prst="rect">
            <a:avLst/>
          </a:prstGeom>
          <a:solidFill>
            <a:srgbClr val="044875"/>
          </a:solidFill>
          <a:ln w="25560">
            <a:noFill/>
          </a:ln>
        </p:spPr>
        <p:style>
          <a:lnRef idx="0">
            <a:srgbClr val="FFFFFF"/>
          </a:lnRef>
          <a:fillRef idx="0">
            <a:srgbClr val="FFFFFF"/>
          </a:fillRef>
          <a:effectRef idx="0">
            <a:srgbClr val="FFFFFF"/>
          </a:effectRef>
          <a:fontRef idx="minor"/>
        </p:style>
      </p:sp>
      <p:sp>
        <p:nvSpPr>
          <p:cNvPr id="344" name="CustomShape 6">
            <a:extLst>
              <a:ext uri="{FF2B5EF4-FFF2-40B4-BE49-F238E27FC236}">
                <a16:creationId xmlns:a16="http://schemas.microsoft.com/office/drawing/2014/main" id="{507B3C9C-9291-C33D-0D6E-410498030FDD}"/>
              </a:ext>
            </a:extLst>
          </p:cNvPr>
          <p:cNvSpPr/>
          <p:nvPr/>
        </p:nvSpPr>
        <p:spPr>
          <a:xfrm>
            <a:off x="10264680" y="6539040"/>
            <a:ext cx="1498320" cy="396240"/>
          </a:xfrm>
          <a:prstGeom prst="rect">
            <a:avLst/>
          </a:prstGeom>
          <a:noFill/>
          <a:ln>
            <a:noFill/>
          </a:ln>
        </p:spPr>
        <p:style>
          <a:lnRef idx="0">
            <a:srgbClr val="FFFFFF"/>
          </a:lnRef>
          <a:fillRef idx="0">
            <a:srgbClr val="FFFFFF"/>
          </a:fillRef>
          <a:effectRef idx="0">
            <a:srgbClr val="FFFFFF"/>
          </a:effectRef>
          <a:fontRef idx="minor"/>
        </p:style>
        <p:txBody>
          <a:bodyPr lIns="90000" tIns="45000" rIns="90000" bIns="45000">
            <a:spAutoFit/>
          </a:bodyPr>
          <a:lstStyle/>
          <a:p>
            <a:pPr algn="ctr">
              <a:lnSpc>
                <a:spcPct val="100000"/>
              </a:lnSpc>
              <a:tabLst>
                <a:tab pos="0" algn="l"/>
              </a:tabLst>
            </a:pPr>
            <a:r>
              <a:rPr lang="en-US" sz="2000" spc="-1" dirty="0">
                <a:latin typeface="Arial" panose="020B0604020202020204"/>
              </a:rPr>
              <a:t>10</a:t>
            </a:r>
            <a:endParaRPr lang="en-US" sz="2000" b="0" strike="noStrike" spc="-1" dirty="0">
              <a:latin typeface="Arial" panose="020B0604020202020204"/>
            </a:endParaRPr>
          </a:p>
        </p:txBody>
      </p:sp>
      <p:sp>
        <p:nvSpPr>
          <p:cNvPr id="348" name="CustomShape 10">
            <a:extLst>
              <a:ext uri="{FF2B5EF4-FFF2-40B4-BE49-F238E27FC236}">
                <a16:creationId xmlns:a16="http://schemas.microsoft.com/office/drawing/2014/main" id="{35064AAE-8763-B56B-5E6F-9AC5BA2947CC}"/>
              </a:ext>
            </a:extLst>
          </p:cNvPr>
          <p:cNvSpPr/>
          <p:nvPr/>
        </p:nvSpPr>
        <p:spPr>
          <a:xfrm>
            <a:off x="335090" y="655870"/>
            <a:ext cx="10943640" cy="751680"/>
          </a:xfrm>
          <a:prstGeom prst="rect">
            <a:avLst/>
          </a:prstGeom>
          <a:noFill/>
          <a:ln>
            <a:noFill/>
          </a:ln>
        </p:spPr>
        <p:style>
          <a:lnRef idx="0">
            <a:srgbClr val="FFFFFF"/>
          </a:lnRef>
          <a:fillRef idx="0">
            <a:srgbClr val="FFFFFF"/>
          </a:fillRef>
          <a:effectRef idx="0">
            <a:srgbClr val="FFFFFF"/>
          </a:effectRef>
          <a:fontRef idx="minor"/>
        </p:style>
        <p:txBody>
          <a:bodyPr lIns="90000" tIns="45000" rIns="90000" bIns="45000">
            <a:noAutofit/>
          </a:bodyPr>
          <a:lstStyle/>
          <a:p>
            <a:pPr>
              <a:lnSpc>
                <a:spcPct val="100000"/>
              </a:lnSpc>
            </a:pPr>
            <a:r>
              <a:rPr lang="zh-CN" sz="1800" b="1" strike="noStrike" spc="-1" dirty="0">
                <a:solidFill>
                  <a:srgbClr val="3B3838"/>
                </a:solidFill>
                <a:latin typeface="Arial" panose="020B0604020202020204"/>
                <a:ea typeface="宋体" panose="02010600030101010101" pitchFamily="2" charset="-122"/>
              </a:rPr>
              <a:t>研究点一</a:t>
            </a:r>
            <a:r>
              <a:rPr lang="en-US" sz="1800" b="0" strike="noStrike" spc="-1" dirty="0">
                <a:solidFill>
                  <a:srgbClr val="3B3838"/>
                </a:solidFill>
                <a:latin typeface="Arial" panose="020B0604020202020204"/>
                <a:ea typeface="宋体" panose="02010600030101010101" pitchFamily="2" charset="-122"/>
              </a:rPr>
              <a:t> ：</a:t>
            </a:r>
            <a:r>
              <a:rPr lang="zh-CN" altLang="zh-CN" b="1" spc="-1" dirty="0">
                <a:solidFill>
                  <a:srgbClr val="3B3838"/>
                </a:solidFill>
                <a:ea typeface="宋体" panose="02010600030101010101" pitchFamily="2" charset="-122"/>
              </a:rPr>
              <a:t>基于局部梯度能量约束的特征点增强方法研究</a:t>
            </a:r>
            <a:endParaRPr lang="en-US" sz="1800" b="0" strike="noStrike" spc="-1" dirty="0">
              <a:latin typeface="Arial" panose="020B0604020202020204"/>
            </a:endParaRPr>
          </a:p>
        </p:txBody>
      </p:sp>
      <p:sp>
        <p:nvSpPr>
          <p:cNvPr id="349" name="CustomShape 11">
            <a:extLst>
              <a:ext uri="{FF2B5EF4-FFF2-40B4-BE49-F238E27FC236}">
                <a16:creationId xmlns:a16="http://schemas.microsoft.com/office/drawing/2014/main" id="{E2A0DCB1-C38F-A72D-899B-031BB83E58BF}"/>
              </a:ext>
            </a:extLst>
          </p:cNvPr>
          <p:cNvSpPr/>
          <p:nvPr/>
        </p:nvSpPr>
        <p:spPr>
          <a:xfrm>
            <a:off x="5271480" y="1197360"/>
            <a:ext cx="2231640" cy="420840"/>
          </a:xfrm>
          <a:prstGeom prst="rect">
            <a:avLst/>
          </a:prstGeom>
          <a:noFill/>
          <a:ln>
            <a:noFill/>
          </a:ln>
        </p:spPr>
        <p:style>
          <a:lnRef idx="0">
            <a:srgbClr val="FFFFFF"/>
          </a:lnRef>
          <a:fillRef idx="0">
            <a:srgbClr val="FFFFFF"/>
          </a:fillRef>
          <a:effectRef idx="0">
            <a:srgbClr val="FFFFFF"/>
          </a:effectRef>
          <a:fontRef idx="minor"/>
        </p:style>
        <p:txBody>
          <a:bodyPr lIns="90000" tIns="45000" rIns="90000" bIns="45000">
            <a:noAutofit/>
          </a:bodyPr>
          <a:lstStyle/>
          <a:p>
            <a:pPr>
              <a:lnSpc>
                <a:spcPct val="100000"/>
              </a:lnSpc>
            </a:pPr>
            <a:endParaRPr lang="en-US" sz="1800" b="0" strike="noStrike" spc="-1">
              <a:latin typeface="Arial" panose="020B0604020202020204"/>
            </a:endParaRPr>
          </a:p>
        </p:txBody>
      </p:sp>
      <p:pic>
        <p:nvPicPr>
          <p:cNvPr id="3" name="图片 2" descr="图表, 散点图&#10;&#10;AI 生成的内容可能不正确。">
            <a:extLst>
              <a:ext uri="{FF2B5EF4-FFF2-40B4-BE49-F238E27FC236}">
                <a16:creationId xmlns:a16="http://schemas.microsoft.com/office/drawing/2014/main" id="{40416A20-91F9-CBCE-1F52-71D3F2701A04}"/>
              </a:ext>
            </a:extLst>
          </p:cNvPr>
          <p:cNvPicPr>
            <a:picLocks noChangeAspect="1"/>
          </p:cNvPicPr>
          <p:nvPr/>
        </p:nvPicPr>
        <p:blipFill>
          <a:blip r:embed="rId3"/>
          <a:stretch>
            <a:fillRect/>
          </a:stretch>
        </p:blipFill>
        <p:spPr>
          <a:xfrm>
            <a:off x="613243" y="1679341"/>
            <a:ext cx="1536935" cy="1012866"/>
          </a:xfrm>
          <a:prstGeom prst="rect">
            <a:avLst/>
          </a:prstGeom>
        </p:spPr>
      </p:pic>
      <p:sp>
        <p:nvSpPr>
          <p:cNvPr id="7" name="文本框 6">
            <a:extLst>
              <a:ext uri="{FF2B5EF4-FFF2-40B4-BE49-F238E27FC236}">
                <a16:creationId xmlns:a16="http://schemas.microsoft.com/office/drawing/2014/main" id="{42FD74E6-EC75-70CC-E387-1998FF318E78}"/>
              </a:ext>
            </a:extLst>
          </p:cNvPr>
          <p:cNvSpPr txBox="1"/>
          <p:nvPr/>
        </p:nvSpPr>
        <p:spPr>
          <a:xfrm>
            <a:off x="508783" y="3076164"/>
            <a:ext cx="1946009" cy="307777"/>
          </a:xfrm>
          <a:prstGeom prst="rect">
            <a:avLst/>
          </a:prstGeom>
          <a:noFill/>
        </p:spPr>
        <p:txBody>
          <a:bodyPr wrap="square">
            <a:spAutoFit/>
          </a:bodyPr>
          <a:lstStyle/>
          <a:p>
            <a:r>
              <a:rPr lang="en-US" altLang="zh-CN" sz="1400" dirty="0"/>
              <a:t>Step1.</a:t>
            </a:r>
            <a:r>
              <a:rPr lang="zh-CN" altLang="en-US" sz="1400" dirty="0"/>
              <a:t>只有一个</a:t>
            </a:r>
            <a:r>
              <a:rPr lang="en-US" altLang="zh-CN" sz="1400" dirty="0"/>
              <a:t>node</a:t>
            </a:r>
            <a:endParaRPr lang="zh-CN" altLang="en-US" sz="1400" dirty="0"/>
          </a:p>
        </p:txBody>
      </p:sp>
      <p:pic>
        <p:nvPicPr>
          <p:cNvPr id="9" name="图片 8" descr="图表, 散点图&#10;&#10;AI 生成的内容可能不正确。">
            <a:extLst>
              <a:ext uri="{FF2B5EF4-FFF2-40B4-BE49-F238E27FC236}">
                <a16:creationId xmlns:a16="http://schemas.microsoft.com/office/drawing/2014/main" id="{A0960EE3-335C-A11F-F8B2-16D84ED4F04C}"/>
              </a:ext>
            </a:extLst>
          </p:cNvPr>
          <p:cNvPicPr>
            <a:picLocks noChangeAspect="1"/>
          </p:cNvPicPr>
          <p:nvPr/>
        </p:nvPicPr>
        <p:blipFill>
          <a:blip r:embed="rId4"/>
          <a:stretch>
            <a:fillRect/>
          </a:stretch>
        </p:blipFill>
        <p:spPr>
          <a:xfrm>
            <a:off x="4736633" y="1722362"/>
            <a:ext cx="1685893" cy="1099976"/>
          </a:xfrm>
          <a:prstGeom prst="rect">
            <a:avLst/>
          </a:prstGeom>
        </p:spPr>
      </p:pic>
      <p:sp>
        <p:nvSpPr>
          <p:cNvPr id="11" name="文本框 10">
            <a:extLst>
              <a:ext uri="{FF2B5EF4-FFF2-40B4-BE49-F238E27FC236}">
                <a16:creationId xmlns:a16="http://schemas.microsoft.com/office/drawing/2014/main" id="{F1D579D2-216C-52CD-FE0A-C0AE7EA5C17C}"/>
              </a:ext>
            </a:extLst>
          </p:cNvPr>
          <p:cNvSpPr txBox="1"/>
          <p:nvPr/>
        </p:nvSpPr>
        <p:spPr>
          <a:xfrm>
            <a:off x="4736632" y="3168497"/>
            <a:ext cx="1685893" cy="430887"/>
          </a:xfrm>
          <a:prstGeom prst="rect">
            <a:avLst/>
          </a:prstGeom>
          <a:noFill/>
        </p:spPr>
        <p:txBody>
          <a:bodyPr wrap="square">
            <a:spAutoFit/>
          </a:bodyPr>
          <a:lstStyle/>
          <a:p>
            <a:r>
              <a:rPr lang="en-US" altLang="zh-CN" sz="1100" dirty="0"/>
              <a:t>Step2.</a:t>
            </a:r>
            <a:r>
              <a:rPr lang="zh-CN" altLang="en-US" sz="1100" dirty="0"/>
              <a:t>第一次分裂</a:t>
            </a:r>
            <a:endParaRPr lang="en-US" altLang="zh-CN" sz="1100" dirty="0"/>
          </a:p>
          <a:p>
            <a:r>
              <a:rPr lang="en-US" altLang="zh-CN" sz="1100" dirty="0"/>
              <a:t>1node</a:t>
            </a:r>
            <a:r>
              <a:rPr lang="zh-CN" altLang="en-US" sz="1100" dirty="0"/>
              <a:t>分裂为</a:t>
            </a:r>
            <a:r>
              <a:rPr lang="en-US" altLang="zh-CN" sz="1100" dirty="0"/>
              <a:t>4</a:t>
            </a:r>
            <a:r>
              <a:rPr lang="zh-CN" altLang="en-US" sz="1100" dirty="0"/>
              <a:t>个</a:t>
            </a:r>
            <a:r>
              <a:rPr lang="en-US" altLang="zh-CN" sz="1100" dirty="0"/>
              <a:t>node</a:t>
            </a:r>
          </a:p>
        </p:txBody>
      </p:sp>
      <p:pic>
        <p:nvPicPr>
          <p:cNvPr id="12" name="图片 11" descr="图表, 散点图&#10;&#10;AI 生成的内容可能不正确。">
            <a:extLst>
              <a:ext uri="{FF2B5EF4-FFF2-40B4-BE49-F238E27FC236}">
                <a16:creationId xmlns:a16="http://schemas.microsoft.com/office/drawing/2014/main" id="{76104A77-892C-21C0-0DCA-9AFE63B5F341}"/>
              </a:ext>
            </a:extLst>
          </p:cNvPr>
          <p:cNvPicPr>
            <a:picLocks noChangeAspect="1"/>
          </p:cNvPicPr>
          <p:nvPr/>
        </p:nvPicPr>
        <p:blipFill>
          <a:blip r:embed="rId5"/>
          <a:stretch>
            <a:fillRect/>
          </a:stretch>
        </p:blipFill>
        <p:spPr>
          <a:xfrm>
            <a:off x="4602036" y="3980337"/>
            <a:ext cx="1582153" cy="1037811"/>
          </a:xfrm>
          <a:prstGeom prst="rect">
            <a:avLst/>
          </a:prstGeom>
        </p:spPr>
      </p:pic>
      <p:sp>
        <p:nvSpPr>
          <p:cNvPr id="13" name="文本框 12">
            <a:extLst>
              <a:ext uri="{FF2B5EF4-FFF2-40B4-BE49-F238E27FC236}">
                <a16:creationId xmlns:a16="http://schemas.microsoft.com/office/drawing/2014/main" id="{9CDFC954-3DA9-2070-EB58-CAF820AA7741}"/>
              </a:ext>
            </a:extLst>
          </p:cNvPr>
          <p:cNvSpPr txBox="1"/>
          <p:nvPr/>
        </p:nvSpPr>
        <p:spPr>
          <a:xfrm>
            <a:off x="4602036" y="5118126"/>
            <a:ext cx="2502569" cy="276999"/>
          </a:xfrm>
          <a:prstGeom prst="rect">
            <a:avLst/>
          </a:prstGeom>
          <a:noFill/>
        </p:spPr>
        <p:txBody>
          <a:bodyPr wrap="square">
            <a:spAutoFit/>
          </a:bodyPr>
          <a:lstStyle/>
          <a:p>
            <a:r>
              <a:rPr lang="en-US" altLang="zh-CN" sz="1200" dirty="0"/>
              <a:t>Step4.</a:t>
            </a:r>
            <a:r>
              <a:rPr lang="zh-CN" altLang="en-US" sz="1200" dirty="0"/>
              <a:t>第三次分裂</a:t>
            </a:r>
            <a:endParaRPr lang="en-US" altLang="zh-CN" sz="1200" dirty="0"/>
          </a:p>
        </p:txBody>
      </p:sp>
      <p:pic>
        <p:nvPicPr>
          <p:cNvPr id="14" name="图片 13" descr="图表, 散点图&#10;&#10;AI 生成的内容可能不正确。">
            <a:extLst>
              <a:ext uri="{FF2B5EF4-FFF2-40B4-BE49-F238E27FC236}">
                <a16:creationId xmlns:a16="http://schemas.microsoft.com/office/drawing/2014/main" id="{B77A7750-0E6F-E657-C7B2-19891CC48BA4}"/>
              </a:ext>
            </a:extLst>
          </p:cNvPr>
          <p:cNvPicPr>
            <a:picLocks noChangeAspect="1"/>
          </p:cNvPicPr>
          <p:nvPr/>
        </p:nvPicPr>
        <p:blipFill>
          <a:blip r:embed="rId6"/>
          <a:stretch>
            <a:fillRect/>
          </a:stretch>
        </p:blipFill>
        <p:spPr>
          <a:xfrm>
            <a:off x="8611533" y="3968650"/>
            <a:ext cx="1767167" cy="1146720"/>
          </a:xfrm>
          <a:prstGeom prst="rect">
            <a:avLst/>
          </a:prstGeom>
        </p:spPr>
      </p:pic>
      <p:sp>
        <p:nvSpPr>
          <p:cNvPr id="15" name="文本框 14">
            <a:extLst>
              <a:ext uri="{FF2B5EF4-FFF2-40B4-BE49-F238E27FC236}">
                <a16:creationId xmlns:a16="http://schemas.microsoft.com/office/drawing/2014/main" id="{2585E79A-57F3-4C6C-4223-8F281A62855E}"/>
              </a:ext>
            </a:extLst>
          </p:cNvPr>
          <p:cNvSpPr txBox="1"/>
          <p:nvPr/>
        </p:nvSpPr>
        <p:spPr>
          <a:xfrm>
            <a:off x="8458434" y="5135416"/>
            <a:ext cx="2261369" cy="276999"/>
          </a:xfrm>
          <a:prstGeom prst="rect">
            <a:avLst/>
          </a:prstGeom>
          <a:noFill/>
        </p:spPr>
        <p:txBody>
          <a:bodyPr wrap="square">
            <a:spAutoFit/>
          </a:bodyPr>
          <a:lstStyle/>
          <a:p>
            <a:r>
              <a:rPr lang="en-US" altLang="zh-CN" sz="1200" dirty="0"/>
              <a:t>Step5.</a:t>
            </a:r>
            <a:r>
              <a:rPr lang="zh-CN" altLang="en-US" sz="1200" dirty="0"/>
              <a:t>第四次分裂</a:t>
            </a:r>
            <a:endParaRPr lang="en-US" altLang="zh-CN" sz="1200" dirty="0"/>
          </a:p>
        </p:txBody>
      </p:sp>
      <p:sp>
        <p:nvSpPr>
          <p:cNvPr id="16" name="文本框 15">
            <a:extLst>
              <a:ext uri="{FF2B5EF4-FFF2-40B4-BE49-F238E27FC236}">
                <a16:creationId xmlns:a16="http://schemas.microsoft.com/office/drawing/2014/main" id="{CE5C908F-55EA-2F85-B7F5-477EBC8C3D7C}"/>
              </a:ext>
            </a:extLst>
          </p:cNvPr>
          <p:cNvSpPr txBox="1"/>
          <p:nvPr/>
        </p:nvSpPr>
        <p:spPr>
          <a:xfrm>
            <a:off x="4692943" y="5771277"/>
            <a:ext cx="6585787" cy="369332"/>
          </a:xfrm>
          <a:prstGeom prst="rect">
            <a:avLst/>
          </a:prstGeom>
          <a:noFill/>
        </p:spPr>
        <p:txBody>
          <a:bodyPr wrap="square" rtlCol="0">
            <a:spAutoFit/>
          </a:bodyPr>
          <a:lstStyle/>
          <a:p>
            <a:r>
              <a:rPr lang="zh-CN" altLang="en-US" dirty="0"/>
              <a:t>缺点：特征点缺少的情况下，筛选的特征点辨识度不够高</a:t>
            </a:r>
          </a:p>
        </p:txBody>
      </p:sp>
      <p:pic>
        <p:nvPicPr>
          <p:cNvPr id="17" name="图片 16" descr="图表, 散点图&#10;&#10;AI 生成的内容可能不正确。">
            <a:extLst>
              <a:ext uri="{FF2B5EF4-FFF2-40B4-BE49-F238E27FC236}">
                <a16:creationId xmlns:a16="http://schemas.microsoft.com/office/drawing/2014/main" id="{A04E58D9-320D-774D-C860-18DC63A9C31C}"/>
              </a:ext>
            </a:extLst>
          </p:cNvPr>
          <p:cNvPicPr>
            <a:picLocks noChangeAspect="1"/>
          </p:cNvPicPr>
          <p:nvPr/>
        </p:nvPicPr>
        <p:blipFill>
          <a:blip r:embed="rId7"/>
          <a:stretch>
            <a:fillRect/>
          </a:stretch>
        </p:blipFill>
        <p:spPr>
          <a:xfrm>
            <a:off x="8775769" y="1697714"/>
            <a:ext cx="1767167" cy="1183831"/>
          </a:xfrm>
          <a:prstGeom prst="rect">
            <a:avLst/>
          </a:prstGeom>
        </p:spPr>
      </p:pic>
      <p:sp>
        <p:nvSpPr>
          <p:cNvPr id="19" name="文本框 18">
            <a:extLst>
              <a:ext uri="{FF2B5EF4-FFF2-40B4-BE49-F238E27FC236}">
                <a16:creationId xmlns:a16="http://schemas.microsoft.com/office/drawing/2014/main" id="{E6D5D39E-F5E4-FC2C-D8A3-54C40D87DFC3}"/>
              </a:ext>
            </a:extLst>
          </p:cNvPr>
          <p:cNvSpPr txBox="1"/>
          <p:nvPr/>
        </p:nvSpPr>
        <p:spPr>
          <a:xfrm>
            <a:off x="8994400" y="2919757"/>
            <a:ext cx="2768600" cy="261610"/>
          </a:xfrm>
          <a:prstGeom prst="rect">
            <a:avLst/>
          </a:prstGeom>
          <a:noFill/>
        </p:spPr>
        <p:txBody>
          <a:bodyPr wrap="square">
            <a:spAutoFit/>
          </a:bodyPr>
          <a:lstStyle/>
          <a:p>
            <a:r>
              <a:rPr lang="en-US" altLang="zh-CN" sz="1100" dirty="0"/>
              <a:t>Step3.</a:t>
            </a:r>
            <a:r>
              <a:rPr lang="zh-CN" altLang="en-US" sz="1100" dirty="0"/>
              <a:t>第二次分裂</a:t>
            </a:r>
            <a:endParaRPr lang="en-US" altLang="zh-CN" sz="1100" dirty="0"/>
          </a:p>
        </p:txBody>
      </p:sp>
      <p:pic>
        <p:nvPicPr>
          <p:cNvPr id="2" name="图片 1">
            <a:extLst>
              <a:ext uri="{FF2B5EF4-FFF2-40B4-BE49-F238E27FC236}">
                <a16:creationId xmlns:a16="http://schemas.microsoft.com/office/drawing/2014/main" id="{5C9D9499-896A-8B38-931E-8A7FC24E8ABC}"/>
              </a:ext>
            </a:extLst>
          </p:cNvPr>
          <p:cNvPicPr>
            <a:picLocks noChangeAspect="1"/>
          </p:cNvPicPr>
          <p:nvPr/>
        </p:nvPicPr>
        <p:blipFill>
          <a:blip r:embed="rId8"/>
          <a:stretch>
            <a:fillRect/>
          </a:stretch>
        </p:blipFill>
        <p:spPr>
          <a:xfrm>
            <a:off x="588613" y="3937489"/>
            <a:ext cx="1767167" cy="2355762"/>
          </a:xfrm>
          <a:prstGeom prst="rect">
            <a:avLst/>
          </a:prstGeom>
        </p:spPr>
      </p:pic>
      <p:sp>
        <p:nvSpPr>
          <p:cNvPr id="5" name="文本框 4">
            <a:extLst>
              <a:ext uri="{FF2B5EF4-FFF2-40B4-BE49-F238E27FC236}">
                <a16:creationId xmlns:a16="http://schemas.microsoft.com/office/drawing/2014/main" id="{09CD3A84-3441-4D7F-605D-39298FB6C82F}"/>
              </a:ext>
            </a:extLst>
          </p:cNvPr>
          <p:cNvSpPr txBox="1"/>
          <p:nvPr/>
        </p:nvSpPr>
        <p:spPr>
          <a:xfrm>
            <a:off x="-1212850" y="6305027"/>
            <a:ext cx="6096000" cy="369332"/>
          </a:xfrm>
          <a:prstGeom prst="rect">
            <a:avLst/>
          </a:prstGeom>
          <a:noFill/>
        </p:spPr>
        <p:txBody>
          <a:bodyPr wrap="square">
            <a:spAutoFit/>
          </a:bodyPr>
          <a:lstStyle/>
          <a:p>
            <a:pPr algn="ctr"/>
            <a:r>
              <a:rPr lang="zh-CN" altLang="en-US" sz="1800" b="1" dirty="0"/>
              <a:t>哪里纹理强，哪里角点就爆炸</a:t>
            </a:r>
            <a:endParaRPr lang="zh-CN" altLang="en-US" sz="1800" dirty="0"/>
          </a:p>
        </p:txBody>
      </p:sp>
    </p:spTree>
    <p:extLst>
      <p:ext uri="{BB962C8B-B14F-4D97-AF65-F5344CB8AC3E}">
        <p14:creationId xmlns:p14="http://schemas.microsoft.com/office/powerpoint/2010/main" val="3821535847"/>
      </p:ext>
    </p:extLst>
  </p:cSld>
  <p:clrMapOvr>
    <a:masterClrMapping/>
  </p:clrMapOvr>
  <p:transition spd="slow">
    <p:push dir="u"/>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9" name="CustomShape 1"/>
          <p:cNvSpPr/>
          <p:nvPr/>
        </p:nvSpPr>
        <p:spPr>
          <a:xfrm>
            <a:off x="0" y="254160"/>
            <a:ext cx="607680" cy="236160"/>
          </a:xfrm>
          <a:prstGeom prst="rect">
            <a:avLst/>
          </a:prstGeom>
          <a:solidFill>
            <a:srgbClr val="044875"/>
          </a:solidFill>
          <a:ln w="25560">
            <a:noFill/>
          </a:ln>
        </p:spPr>
        <p:style>
          <a:lnRef idx="0">
            <a:srgbClr val="FFFFFF"/>
          </a:lnRef>
          <a:fillRef idx="0">
            <a:srgbClr val="FFFFFF"/>
          </a:fillRef>
          <a:effectRef idx="0">
            <a:srgbClr val="FFFFFF"/>
          </a:effectRef>
          <a:fontRef idx="minor"/>
        </p:style>
      </p:sp>
      <p:sp>
        <p:nvSpPr>
          <p:cNvPr id="360" name="CustomShape 2"/>
          <p:cNvSpPr/>
          <p:nvPr/>
        </p:nvSpPr>
        <p:spPr>
          <a:xfrm>
            <a:off x="3024000" y="254160"/>
            <a:ext cx="9166320" cy="236160"/>
          </a:xfrm>
          <a:prstGeom prst="rect">
            <a:avLst/>
          </a:prstGeom>
          <a:solidFill>
            <a:srgbClr val="044875"/>
          </a:solidFill>
          <a:ln w="25560">
            <a:noFill/>
          </a:ln>
        </p:spPr>
        <p:style>
          <a:lnRef idx="0">
            <a:srgbClr val="FFFFFF"/>
          </a:lnRef>
          <a:fillRef idx="0">
            <a:srgbClr val="FFFFFF"/>
          </a:fillRef>
          <a:effectRef idx="0">
            <a:srgbClr val="FFFFFF"/>
          </a:effectRef>
          <a:fontRef idx="minor"/>
        </p:style>
      </p:sp>
      <p:sp>
        <p:nvSpPr>
          <p:cNvPr id="361" name="CustomShape 3"/>
          <p:cNvSpPr/>
          <p:nvPr/>
        </p:nvSpPr>
        <p:spPr>
          <a:xfrm>
            <a:off x="839240" y="133205"/>
            <a:ext cx="2520360" cy="457835"/>
          </a:xfrm>
          <a:prstGeom prst="rect">
            <a:avLst/>
          </a:prstGeom>
          <a:noFill/>
          <a:ln>
            <a:noFill/>
          </a:ln>
        </p:spPr>
        <p:style>
          <a:lnRef idx="0">
            <a:srgbClr val="FFFFFF"/>
          </a:lnRef>
          <a:fillRef idx="0">
            <a:srgbClr val="FFFFFF"/>
          </a:fillRef>
          <a:effectRef idx="0">
            <a:srgbClr val="FFFFFF"/>
          </a:effectRef>
          <a:fontRef idx="minor"/>
        </p:style>
        <p:txBody>
          <a:bodyPr lIns="90000" tIns="45000" rIns="90000" bIns="45000">
            <a:spAutoFit/>
          </a:bodyPr>
          <a:lstStyle/>
          <a:p>
            <a:pPr>
              <a:lnSpc>
                <a:spcPct val="100000"/>
              </a:lnSpc>
              <a:spcBef>
                <a:spcPts val="1200"/>
              </a:spcBef>
              <a:tabLst>
                <a:tab pos="0" algn="l"/>
              </a:tabLst>
            </a:pPr>
            <a:r>
              <a:rPr lang="zh-CN" sz="2400" b="0" strike="noStrike" spc="-1">
                <a:solidFill>
                  <a:srgbClr val="404040"/>
                </a:solidFill>
                <a:latin typeface="微软雅黑" panose="020B0503020204020204" charset="-122"/>
                <a:ea typeface="微软雅黑" panose="020B0503020204020204" charset="-122"/>
              </a:rPr>
              <a:t>数据集准备</a:t>
            </a:r>
          </a:p>
        </p:txBody>
      </p:sp>
      <p:sp>
        <p:nvSpPr>
          <p:cNvPr id="362" name="CustomShape 4"/>
          <p:cNvSpPr/>
          <p:nvPr/>
        </p:nvSpPr>
        <p:spPr>
          <a:xfrm>
            <a:off x="11566440" y="6621480"/>
            <a:ext cx="623520" cy="234720"/>
          </a:xfrm>
          <a:prstGeom prst="rect">
            <a:avLst/>
          </a:prstGeom>
          <a:solidFill>
            <a:srgbClr val="044875"/>
          </a:solidFill>
          <a:ln w="25560">
            <a:noFill/>
          </a:ln>
        </p:spPr>
        <p:style>
          <a:lnRef idx="0">
            <a:srgbClr val="FFFFFF"/>
          </a:lnRef>
          <a:fillRef idx="0">
            <a:srgbClr val="FFFFFF"/>
          </a:fillRef>
          <a:effectRef idx="0">
            <a:srgbClr val="FFFFFF"/>
          </a:effectRef>
          <a:fontRef idx="minor"/>
        </p:style>
      </p:sp>
      <p:sp>
        <p:nvSpPr>
          <p:cNvPr id="363" name="CustomShape 5"/>
          <p:cNvSpPr/>
          <p:nvPr/>
        </p:nvSpPr>
        <p:spPr>
          <a:xfrm>
            <a:off x="0" y="6621480"/>
            <a:ext cx="10437480" cy="234720"/>
          </a:xfrm>
          <a:prstGeom prst="rect">
            <a:avLst/>
          </a:prstGeom>
          <a:solidFill>
            <a:srgbClr val="044875"/>
          </a:solidFill>
          <a:ln w="25560">
            <a:noFill/>
          </a:ln>
        </p:spPr>
        <p:style>
          <a:lnRef idx="0">
            <a:srgbClr val="FFFFFF"/>
          </a:lnRef>
          <a:fillRef idx="0">
            <a:srgbClr val="FFFFFF"/>
          </a:fillRef>
          <a:effectRef idx="0">
            <a:srgbClr val="FFFFFF"/>
          </a:effectRef>
          <a:fontRef idx="minor"/>
        </p:style>
      </p:sp>
      <p:sp>
        <p:nvSpPr>
          <p:cNvPr id="364" name="CustomShape 6"/>
          <p:cNvSpPr/>
          <p:nvPr/>
        </p:nvSpPr>
        <p:spPr>
          <a:xfrm>
            <a:off x="10264680" y="6539040"/>
            <a:ext cx="1498320" cy="396240"/>
          </a:xfrm>
          <a:prstGeom prst="rect">
            <a:avLst/>
          </a:prstGeom>
          <a:noFill/>
          <a:ln>
            <a:noFill/>
          </a:ln>
        </p:spPr>
        <p:style>
          <a:lnRef idx="0">
            <a:srgbClr val="FFFFFF"/>
          </a:lnRef>
          <a:fillRef idx="0">
            <a:srgbClr val="FFFFFF"/>
          </a:fillRef>
          <a:effectRef idx="0">
            <a:srgbClr val="FFFFFF"/>
          </a:effectRef>
          <a:fontRef idx="minor"/>
        </p:style>
        <p:txBody>
          <a:bodyPr lIns="90000" tIns="45000" rIns="90000" bIns="45000">
            <a:spAutoFit/>
          </a:bodyPr>
          <a:lstStyle/>
          <a:p>
            <a:pPr algn="ctr">
              <a:lnSpc>
                <a:spcPct val="100000"/>
              </a:lnSpc>
              <a:tabLst>
                <a:tab pos="0" algn="l"/>
              </a:tabLst>
            </a:pPr>
            <a:r>
              <a:rPr lang="en-US" sz="2000" spc="-1" dirty="0">
                <a:latin typeface="Arial" panose="020B0604020202020204"/>
              </a:rPr>
              <a:t>11</a:t>
            </a:r>
            <a:endParaRPr lang="en-US" sz="2000" b="0" strike="noStrike" spc="-1" dirty="0">
              <a:latin typeface="Arial" panose="020B0604020202020204"/>
            </a:endParaRPr>
          </a:p>
        </p:txBody>
      </p:sp>
      <p:sp>
        <p:nvSpPr>
          <p:cNvPr id="7" name="文本框 6">
            <a:extLst>
              <a:ext uri="{FF2B5EF4-FFF2-40B4-BE49-F238E27FC236}">
                <a16:creationId xmlns:a16="http://schemas.microsoft.com/office/drawing/2014/main" id="{3044BFB7-BDC3-F4F8-8680-81379350D62C}"/>
              </a:ext>
            </a:extLst>
          </p:cNvPr>
          <p:cNvSpPr txBox="1"/>
          <p:nvPr/>
        </p:nvSpPr>
        <p:spPr>
          <a:xfrm>
            <a:off x="-23238" y="711995"/>
            <a:ext cx="6094476" cy="369332"/>
          </a:xfrm>
          <a:prstGeom prst="rect">
            <a:avLst/>
          </a:prstGeom>
          <a:noFill/>
        </p:spPr>
        <p:txBody>
          <a:bodyPr wrap="square">
            <a:spAutoFit/>
          </a:bodyPr>
          <a:lstStyle/>
          <a:p>
            <a:pPr>
              <a:lnSpc>
                <a:spcPct val="100000"/>
              </a:lnSpc>
            </a:pPr>
            <a:r>
              <a:rPr lang="zh-CN" altLang="zh-CN" sz="1800" b="1" strike="noStrike" spc="-1" dirty="0">
                <a:solidFill>
                  <a:srgbClr val="3B3838"/>
                </a:solidFill>
                <a:latin typeface="Arial" panose="020B0604020202020204"/>
                <a:ea typeface="宋体" panose="02010600030101010101" pitchFamily="2" charset="-122"/>
              </a:rPr>
              <a:t>研究点一</a:t>
            </a:r>
            <a:r>
              <a:rPr lang="en-US" altLang="zh-CN" sz="1800" b="0" strike="noStrike" spc="-1" dirty="0">
                <a:solidFill>
                  <a:srgbClr val="3B3838"/>
                </a:solidFill>
                <a:latin typeface="Arial" panose="020B0604020202020204"/>
                <a:ea typeface="宋体" panose="02010600030101010101" pitchFamily="2" charset="-122"/>
              </a:rPr>
              <a:t> ：</a:t>
            </a:r>
            <a:r>
              <a:rPr lang="zh-CN" altLang="zh-CN" b="1" spc="-1" dirty="0">
                <a:solidFill>
                  <a:srgbClr val="3B3838"/>
                </a:solidFill>
                <a:ea typeface="宋体" panose="02010600030101010101" pitchFamily="2" charset="-122"/>
              </a:rPr>
              <a:t>基于局部梯度能量约束的特征点增强方法研究</a:t>
            </a:r>
            <a:endParaRPr lang="en-US" altLang="zh-CN" sz="1800" b="0" strike="noStrike" spc="-1" dirty="0">
              <a:latin typeface="Arial" panose="020B0604020202020204"/>
            </a:endParaRPr>
          </a:p>
        </p:txBody>
      </p:sp>
      <p:sp>
        <p:nvSpPr>
          <p:cNvPr id="9" name="文本框 8">
            <a:extLst>
              <a:ext uri="{FF2B5EF4-FFF2-40B4-BE49-F238E27FC236}">
                <a16:creationId xmlns:a16="http://schemas.microsoft.com/office/drawing/2014/main" id="{4A196444-6D21-D94D-82C8-41886ADD2D1F}"/>
              </a:ext>
            </a:extLst>
          </p:cNvPr>
          <p:cNvSpPr txBox="1"/>
          <p:nvPr/>
        </p:nvSpPr>
        <p:spPr>
          <a:xfrm>
            <a:off x="1843601" y="5914617"/>
            <a:ext cx="10264680" cy="369332"/>
          </a:xfrm>
          <a:prstGeom prst="rect">
            <a:avLst/>
          </a:prstGeom>
          <a:noFill/>
        </p:spPr>
        <p:txBody>
          <a:bodyPr wrap="square">
            <a:spAutoFit/>
          </a:bodyPr>
          <a:lstStyle/>
          <a:p>
            <a:r>
              <a:rPr lang="zh-CN" altLang="en-US" dirty="0"/>
              <a:t>利用梯度信息刻画角点邻域的结构复杂度和信息量，从而提升特征点的判别能力</a:t>
            </a:r>
            <a:endParaRPr lang="en-US" altLang="zh-CN" dirty="0"/>
          </a:p>
        </p:txBody>
      </p:sp>
      <p:sp>
        <p:nvSpPr>
          <p:cNvPr id="4" name="文本框 3">
            <a:extLst>
              <a:ext uri="{FF2B5EF4-FFF2-40B4-BE49-F238E27FC236}">
                <a16:creationId xmlns:a16="http://schemas.microsoft.com/office/drawing/2014/main" id="{0230678C-A30E-DC46-DD54-D3A59B579306}"/>
              </a:ext>
            </a:extLst>
          </p:cNvPr>
          <p:cNvSpPr txBox="1"/>
          <p:nvPr/>
        </p:nvSpPr>
        <p:spPr>
          <a:xfrm>
            <a:off x="-23239" y="3961429"/>
            <a:ext cx="7704470" cy="369332"/>
          </a:xfrm>
          <a:prstGeom prst="rect">
            <a:avLst/>
          </a:prstGeom>
          <a:noFill/>
        </p:spPr>
        <p:txBody>
          <a:bodyPr wrap="square" rtlCol="0">
            <a:spAutoFit/>
          </a:bodyPr>
          <a:lstStyle/>
          <a:p>
            <a:r>
              <a:rPr lang="en-US" altLang="zh-CN" dirty="0"/>
              <a:t>   </a:t>
            </a:r>
            <a:r>
              <a:rPr lang="zh-CN" altLang="en-US" dirty="0"/>
              <a:t>特征点经过筛选过后，弱特征点已经不具备后续的位置估计和地图构建。</a:t>
            </a:r>
          </a:p>
        </p:txBody>
      </p:sp>
      <p:pic>
        <p:nvPicPr>
          <p:cNvPr id="3" name="图片 2">
            <a:extLst>
              <a:ext uri="{FF2B5EF4-FFF2-40B4-BE49-F238E27FC236}">
                <a16:creationId xmlns:a16="http://schemas.microsoft.com/office/drawing/2014/main" id="{C4052A0A-C634-8763-2718-1F2DD3CEFB2E}"/>
              </a:ext>
            </a:extLst>
          </p:cNvPr>
          <p:cNvPicPr>
            <a:picLocks noChangeAspect="1"/>
          </p:cNvPicPr>
          <p:nvPr/>
        </p:nvPicPr>
        <p:blipFill>
          <a:blip r:embed="rId3"/>
          <a:stretch>
            <a:fillRect/>
          </a:stretch>
        </p:blipFill>
        <p:spPr>
          <a:xfrm>
            <a:off x="-74395" y="1159776"/>
            <a:ext cx="7486877" cy="2544523"/>
          </a:xfrm>
          <a:prstGeom prst="rect">
            <a:avLst/>
          </a:prstGeom>
        </p:spPr>
      </p:pic>
      <p:pic>
        <p:nvPicPr>
          <p:cNvPr id="2" name="图片 1" descr="文本&#10;&#10;AI 生成的内容可能不正确。">
            <a:extLst>
              <a:ext uri="{FF2B5EF4-FFF2-40B4-BE49-F238E27FC236}">
                <a16:creationId xmlns:a16="http://schemas.microsoft.com/office/drawing/2014/main" id="{04A05103-5810-C6F8-5C9A-2DD745F2AD97}"/>
              </a:ext>
            </a:extLst>
          </p:cNvPr>
          <p:cNvPicPr>
            <a:picLocks noChangeAspect="1"/>
          </p:cNvPicPr>
          <p:nvPr/>
        </p:nvPicPr>
        <p:blipFill>
          <a:blip r:embed="rId4"/>
          <a:stretch>
            <a:fillRect/>
          </a:stretch>
        </p:blipFill>
        <p:spPr>
          <a:xfrm>
            <a:off x="7978049" y="3970344"/>
            <a:ext cx="3644375" cy="846883"/>
          </a:xfrm>
          <a:prstGeom prst="rect">
            <a:avLst/>
          </a:prstGeom>
        </p:spPr>
      </p:pic>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60D361F6-EDCE-D279-72E5-5771C7C25080}"/>
                  </a:ext>
                </a:extLst>
              </p:cNvPr>
              <p:cNvSpPr txBox="1"/>
              <p:nvPr/>
            </p:nvSpPr>
            <p:spPr>
              <a:xfrm>
                <a:off x="7869344" y="3427300"/>
                <a:ext cx="6130924" cy="276999"/>
              </a:xfrm>
              <a:prstGeom prst="rect">
                <a:avLst/>
              </a:prstGeom>
              <a:noFill/>
            </p:spPr>
            <p:txBody>
              <a:bodyPr wrap="square">
                <a:spAutoFit/>
              </a:bodyPr>
              <a:lstStyle/>
              <a:p>
                <a:r>
                  <a:rPr lang="zh-CN" altLang="en-US" sz="1200" dirty="0"/>
                  <a:t>在以特征点为中心的局部邻域 </a:t>
                </a:r>
                <a14:m>
                  <m:oMath xmlns:m="http://schemas.openxmlformats.org/officeDocument/2006/math">
                    <m:r>
                      <m:rPr>
                        <m:sty m:val="p"/>
                      </m:rPr>
                      <a:rPr lang="en-US" altLang="zh-CN" sz="1200">
                        <a:latin typeface="Cambria Math" panose="02040503050406030204" pitchFamily="18" charset="0"/>
                      </a:rPr>
                      <m:t>Ω</m:t>
                    </m:r>
                  </m:oMath>
                </a14:m>
                <a:r>
                  <a:rPr lang="zh-CN" altLang="en-US" sz="1200" dirty="0"/>
                  <a:t>内，定义梯度能量为：</a:t>
                </a:r>
              </a:p>
            </p:txBody>
          </p:sp>
        </mc:Choice>
        <mc:Fallback xmlns="">
          <p:sp>
            <p:nvSpPr>
              <p:cNvPr id="6" name="文本框 5">
                <a:extLst>
                  <a:ext uri="{FF2B5EF4-FFF2-40B4-BE49-F238E27FC236}">
                    <a16:creationId xmlns:a16="http://schemas.microsoft.com/office/drawing/2014/main" id="{60D361F6-EDCE-D279-72E5-5771C7C25080}"/>
                  </a:ext>
                </a:extLst>
              </p:cNvPr>
              <p:cNvSpPr txBox="1">
                <a:spLocks noRot="1" noChangeAspect="1" noMove="1" noResize="1" noEditPoints="1" noAdjustHandles="1" noChangeArrowheads="1" noChangeShapeType="1" noTextEdit="1"/>
              </p:cNvSpPr>
              <p:nvPr/>
            </p:nvSpPr>
            <p:spPr>
              <a:xfrm>
                <a:off x="7869344" y="3427300"/>
                <a:ext cx="6130924" cy="276999"/>
              </a:xfrm>
              <a:prstGeom prst="rect">
                <a:avLst/>
              </a:prstGeom>
              <a:blipFill>
                <a:blip r:embed="rId5"/>
                <a:stretch>
                  <a:fillRect l="-99" b="-15217"/>
                </a:stretch>
              </a:blipFill>
            </p:spPr>
            <p:txBody>
              <a:bodyPr/>
              <a:lstStyle/>
              <a:p>
                <a:r>
                  <a:rPr lang="zh-CN" altLang="en-US">
                    <a:noFill/>
                  </a:rPr>
                  <a:t> </a:t>
                </a:r>
              </a:p>
            </p:txBody>
          </p:sp>
        </mc:Fallback>
      </mc:AlternateContent>
      <p:pic>
        <p:nvPicPr>
          <p:cNvPr id="8" name="图片 7" descr="文本&#10;&#10;AI 生成的内容可能不正确。">
            <a:extLst>
              <a:ext uri="{FF2B5EF4-FFF2-40B4-BE49-F238E27FC236}">
                <a16:creationId xmlns:a16="http://schemas.microsoft.com/office/drawing/2014/main" id="{69CB62A9-52F7-973F-CC16-B1125DB9CF3D}"/>
              </a:ext>
            </a:extLst>
          </p:cNvPr>
          <p:cNvPicPr>
            <a:picLocks noChangeAspect="1"/>
          </p:cNvPicPr>
          <p:nvPr/>
        </p:nvPicPr>
        <p:blipFill>
          <a:blip r:embed="rId6"/>
          <a:stretch>
            <a:fillRect/>
          </a:stretch>
        </p:blipFill>
        <p:spPr>
          <a:xfrm>
            <a:off x="7821807" y="1528848"/>
            <a:ext cx="3941193" cy="1649480"/>
          </a:xfrm>
          <a:prstGeom prst="rect">
            <a:avLst/>
          </a:prstGeom>
        </p:spPr>
      </p:pic>
    </p:spTree>
  </p:cSld>
  <p:clrMapOvr>
    <a:masterClrMapping/>
  </p:clrMapOvr>
  <p:transition spd="slow">
    <p:push dir="u"/>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FAF544-165D-918B-319D-6A3FC9A7E883}"/>
            </a:ext>
          </a:extLst>
        </p:cNvPr>
        <p:cNvGrpSpPr/>
        <p:nvPr/>
      </p:nvGrpSpPr>
      <p:grpSpPr>
        <a:xfrm>
          <a:off x="0" y="0"/>
          <a:ext cx="0" cy="0"/>
          <a:chOff x="0" y="0"/>
          <a:chExt cx="0" cy="0"/>
        </a:xfrm>
      </p:grpSpPr>
      <p:sp>
        <p:nvSpPr>
          <p:cNvPr id="229" name="CustomShape 2">
            <a:extLst>
              <a:ext uri="{FF2B5EF4-FFF2-40B4-BE49-F238E27FC236}">
                <a16:creationId xmlns:a16="http://schemas.microsoft.com/office/drawing/2014/main" id="{93A58D25-6D22-0051-3831-B025F6137095}"/>
              </a:ext>
            </a:extLst>
          </p:cNvPr>
          <p:cNvSpPr/>
          <p:nvPr/>
        </p:nvSpPr>
        <p:spPr>
          <a:xfrm>
            <a:off x="0" y="254160"/>
            <a:ext cx="607680" cy="236160"/>
          </a:xfrm>
          <a:prstGeom prst="rect">
            <a:avLst/>
          </a:prstGeom>
          <a:solidFill>
            <a:srgbClr val="044875"/>
          </a:solidFill>
          <a:ln w="25560">
            <a:noFill/>
          </a:ln>
        </p:spPr>
        <p:style>
          <a:lnRef idx="0">
            <a:srgbClr val="FFFFFF"/>
          </a:lnRef>
          <a:fillRef idx="0">
            <a:srgbClr val="FFFFFF"/>
          </a:fillRef>
          <a:effectRef idx="0">
            <a:srgbClr val="FFFFFF"/>
          </a:effectRef>
          <a:fontRef idx="minor"/>
        </p:style>
      </p:sp>
      <p:sp>
        <p:nvSpPr>
          <p:cNvPr id="230" name="CustomShape 3">
            <a:extLst>
              <a:ext uri="{FF2B5EF4-FFF2-40B4-BE49-F238E27FC236}">
                <a16:creationId xmlns:a16="http://schemas.microsoft.com/office/drawing/2014/main" id="{2EB1A11B-CD1B-048B-1ACB-BAB2F28E7B39}"/>
              </a:ext>
            </a:extLst>
          </p:cNvPr>
          <p:cNvSpPr/>
          <p:nvPr/>
        </p:nvSpPr>
        <p:spPr>
          <a:xfrm>
            <a:off x="2586990" y="243205"/>
            <a:ext cx="8890635" cy="247015"/>
          </a:xfrm>
          <a:prstGeom prst="rect">
            <a:avLst/>
          </a:prstGeom>
          <a:solidFill>
            <a:srgbClr val="044875"/>
          </a:solidFill>
          <a:ln w="25560">
            <a:noFill/>
          </a:ln>
        </p:spPr>
        <p:style>
          <a:lnRef idx="0">
            <a:srgbClr val="FFFFFF"/>
          </a:lnRef>
          <a:fillRef idx="0">
            <a:srgbClr val="FFFFFF"/>
          </a:fillRef>
          <a:effectRef idx="0">
            <a:srgbClr val="FFFFFF"/>
          </a:effectRef>
          <a:fontRef idx="minor"/>
        </p:style>
      </p:sp>
      <p:grpSp>
        <p:nvGrpSpPr>
          <p:cNvPr id="231" name="Group 4">
            <a:extLst>
              <a:ext uri="{FF2B5EF4-FFF2-40B4-BE49-F238E27FC236}">
                <a16:creationId xmlns:a16="http://schemas.microsoft.com/office/drawing/2014/main" id="{977B20A6-7FDD-4357-18A8-EC33A871C7C3}"/>
              </a:ext>
            </a:extLst>
          </p:cNvPr>
          <p:cNvGrpSpPr/>
          <p:nvPr/>
        </p:nvGrpSpPr>
        <p:grpSpPr>
          <a:xfrm>
            <a:off x="-96425" y="82440"/>
            <a:ext cx="3291120" cy="581025"/>
            <a:chOff x="-457105" y="82440"/>
            <a:chExt cx="3291120" cy="581025"/>
          </a:xfrm>
        </p:grpSpPr>
        <p:sp>
          <p:nvSpPr>
            <p:cNvPr id="232" name="CustomShape 5">
              <a:extLst>
                <a:ext uri="{FF2B5EF4-FFF2-40B4-BE49-F238E27FC236}">
                  <a16:creationId xmlns:a16="http://schemas.microsoft.com/office/drawing/2014/main" id="{4A37C802-6913-52BD-94B4-ABEE09C7766B}"/>
                </a:ext>
              </a:extLst>
            </p:cNvPr>
            <p:cNvSpPr/>
            <p:nvPr/>
          </p:nvSpPr>
          <p:spPr>
            <a:xfrm>
              <a:off x="-457105" y="116595"/>
              <a:ext cx="3291120" cy="457835"/>
            </a:xfrm>
            <a:prstGeom prst="rect">
              <a:avLst/>
            </a:prstGeom>
            <a:noFill/>
            <a:ln>
              <a:noFill/>
            </a:ln>
          </p:spPr>
          <p:style>
            <a:lnRef idx="0">
              <a:srgbClr val="FFFFFF"/>
            </a:lnRef>
            <a:fillRef idx="0">
              <a:srgbClr val="FFFFFF"/>
            </a:fillRef>
            <a:effectRef idx="0">
              <a:srgbClr val="FFFFFF"/>
            </a:effectRef>
            <a:fontRef idx="minor"/>
          </p:style>
          <p:txBody>
            <a:bodyPr lIns="90000" tIns="45000" rIns="90000" bIns="45000">
              <a:spAutoFit/>
            </a:bodyPr>
            <a:lstStyle/>
            <a:p>
              <a:pPr algn="ctr">
                <a:lnSpc>
                  <a:spcPct val="100000"/>
                </a:lnSpc>
                <a:tabLst>
                  <a:tab pos="0" algn="l"/>
                </a:tabLst>
              </a:pPr>
              <a:r>
                <a:rPr lang="en-US" altLang="zh-CN" sz="2400" b="0" strike="noStrike" spc="-1" dirty="0">
                  <a:solidFill>
                    <a:srgbClr val="404040"/>
                  </a:solidFill>
                  <a:latin typeface="微软雅黑" panose="020B0503020204020204" charset="-122"/>
                  <a:ea typeface="微软雅黑" panose="020B0503020204020204" charset="-122"/>
                </a:rPr>
                <a:t> </a:t>
              </a:r>
              <a:r>
                <a:rPr lang="zh-CN" altLang="en-US" sz="2400" spc="-1" dirty="0">
                  <a:solidFill>
                    <a:srgbClr val="404040"/>
                  </a:solidFill>
                  <a:latin typeface="微软雅黑" panose="020B0503020204020204" charset="-122"/>
                  <a:ea typeface="微软雅黑" panose="020B0503020204020204" charset="-122"/>
                </a:rPr>
                <a:t>实验案例</a:t>
              </a:r>
              <a:endParaRPr lang="zh-CN" sz="2400" b="0" strike="noStrike" spc="-1" dirty="0">
                <a:solidFill>
                  <a:srgbClr val="404040"/>
                </a:solidFill>
                <a:latin typeface="微软雅黑" panose="020B0503020204020204" charset="-122"/>
                <a:ea typeface="微软雅黑" panose="020B0503020204020204" charset="-122"/>
              </a:endParaRPr>
            </a:p>
          </p:txBody>
        </p:sp>
        <p:sp>
          <p:nvSpPr>
            <p:cNvPr id="233" name="CustomShape 6">
              <a:extLst>
                <a:ext uri="{FF2B5EF4-FFF2-40B4-BE49-F238E27FC236}">
                  <a16:creationId xmlns:a16="http://schemas.microsoft.com/office/drawing/2014/main" id="{EB8F45BC-C2FB-52FD-01A0-1D51983ADE99}"/>
                </a:ext>
              </a:extLst>
            </p:cNvPr>
            <p:cNvSpPr/>
            <p:nvPr/>
          </p:nvSpPr>
          <p:spPr>
            <a:xfrm>
              <a:off x="550800" y="82440"/>
              <a:ext cx="722160" cy="581025"/>
            </a:xfrm>
            <a:prstGeom prst="rect">
              <a:avLst/>
            </a:prstGeom>
            <a:noFill/>
            <a:ln>
              <a:noFill/>
            </a:ln>
          </p:spPr>
          <p:style>
            <a:lnRef idx="0">
              <a:srgbClr val="FFFFFF"/>
            </a:lnRef>
            <a:fillRef idx="0">
              <a:srgbClr val="FFFFFF"/>
            </a:fillRef>
            <a:effectRef idx="0">
              <a:srgbClr val="FFFFFF"/>
            </a:effectRef>
            <a:fontRef idx="minor"/>
          </p:style>
          <p:txBody>
            <a:bodyPr lIns="90000" tIns="45000" rIns="90000" bIns="45000">
              <a:spAutoFit/>
            </a:bodyPr>
            <a:lstStyle/>
            <a:p>
              <a:pPr algn="ctr">
                <a:lnSpc>
                  <a:spcPct val="100000"/>
                </a:lnSpc>
                <a:tabLst>
                  <a:tab pos="0" algn="l"/>
                </a:tabLst>
              </a:pPr>
              <a:endParaRPr lang="en-US" sz="3200" b="0" strike="noStrike" spc="-1">
                <a:latin typeface="Arial" panose="020B0604020202020204"/>
              </a:endParaRPr>
            </a:p>
          </p:txBody>
        </p:sp>
      </p:grpSp>
      <p:sp>
        <p:nvSpPr>
          <p:cNvPr id="234" name="CustomShape 7">
            <a:extLst>
              <a:ext uri="{FF2B5EF4-FFF2-40B4-BE49-F238E27FC236}">
                <a16:creationId xmlns:a16="http://schemas.microsoft.com/office/drawing/2014/main" id="{7AD180BF-2666-BE94-D891-0F66C3D0AA90}"/>
              </a:ext>
            </a:extLst>
          </p:cNvPr>
          <p:cNvSpPr/>
          <p:nvPr/>
        </p:nvSpPr>
        <p:spPr>
          <a:xfrm>
            <a:off x="11566440" y="6621480"/>
            <a:ext cx="623520" cy="234720"/>
          </a:xfrm>
          <a:prstGeom prst="rect">
            <a:avLst/>
          </a:prstGeom>
          <a:solidFill>
            <a:srgbClr val="044875"/>
          </a:solidFill>
          <a:ln w="25560">
            <a:noFill/>
          </a:ln>
        </p:spPr>
        <p:style>
          <a:lnRef idx="0">
            <a:srgbClr val="FFFFFF"/>
          </a:lnRef>
          <a:fillRef idx="0">
            <a:srgbClr val="FFFFFF"/>
          </a:fillRef>
          <a:effectRef idx="0">
            <a:srgbClr val="FFFFFF"/>
          </a:effectRef>
          <a:fontRef idx="minor"/>
        </p:style>
      </p:sp>
      <p:sp>
        <p:nvSpPr>
          <p:cNvPr id="235" name="CustomShape 8">
            <a:extLst>
              <a:ext uri="{FF2B5EF4-FFF2-40B4-BE49-F238E27FC236}">
                <a16:creationId xmlns:a16="http://schemas.microsoft.com/office/drawing/2014/main" id="{A49B4A24-FF37-E81F-13F8-495E459AAE65}"/>
              </a:ext>
            </a:extLst>
          </p:cNvPr>
          <p:cNvSpPr/>
          <p:nvPr/>
        </p:nvSpPr>
        <p:spPr>
          <a:xfrm>
            <a:off x="0" y="6621480"/>
            <a:ext cx="10437480" cy="234720"/>
          </a:xfrm>
          <a:prstGeom prst="rect">
            <a:avLst/>
          </a:prstGeom>
          <a:solidFill>
            <a:srgbClr val="044875"/>
          </a:solidFill>
          <a:ln w="25560">
            <a:noFill/>
          </a:ln>
        </p:spPr>
        <p:style>
          <a:lnRef idx="0">
            <a:srgbClr val="FFFFFF"/>
          </a:lnRef>
          <a:fillRef idx="0">
            <a:srgbClr val="FFFFFF"/>
          </a:fillRef>
          <a:effectRef idx="0">
            <a:srgbClr val="FFFFFF"/>
          </a:effectRef>
          <a:fontRef idx="minor"/>
        </p:style>
      </p:sp>
      <p:sp>
        <p:nvSpPr>
          <p:cNvPr id="236" name="CustomShape 9">
            <a:extLst>
              <a:ext uri="{FF2B5EF4-FFF2-40B4-BE49-F238E27FC236}">
                <a16:creationId xmlns:a16="http://schemas.microsoft.com/office/drawing/2014/main" id="{0EEC66FD-4A1F-D1B7-041E-AC351C3E440E}"/>
              </a:ext>
            </a:extLst>
          </p:cNvPr>
          <p:cNvSpPr/>
          <p:nvPr/>
        </p:nvSpPr>
        <p:spPr>
          <a:xfrm>
            <a:off x="10245600" y="6539400"/>
            <a:ext cx="1498320" cy="398655"/>
          </a:xfrm>
          <a:prstGeom prst="rect">
            <a:avLst/>
          </a:prstGeom>
          <a:noFill/>
          <a:ln>
            <a:noFill/>
          </a:ln>
        </p:spPr>
        <p:style>
          <a:lnRef idx="0">
            <a:srgbClr val="FFFFFF"/>
          </a:lnRef>
          <a:fillRef idx="0">
            <a:srgbClr val="FFFFFF"/>
          </a:fillRef>
          <a:effectRef idx="0">
            <a:srgbClr val="FFFFFF"/>
          </a:effectRef>
          <a:fontRef idx="minor"/>
        </p:style>
        <p:txBody>
          <a:bodyPr lIns="90000" tIns="45000" rIns="90000" bIns="45000">
            <a:spAutoFit/>
          </a:bodyPr>
          <a:lstStyle/>
          <a:p>
            <a:pPr algn="ctr">
              <a:lnSpc>
                <a:spcPct val="100000"/>
              </a:lnSpc>
              <a:tabLst>
                <a:tab pos="0" algn="l"/>
              </a:tabLst>
            </a:pPr>
            <a:r>
              <a:rPr lang="en-US" sz="2000" spc="-1" dirty="0">
                <a:solidFill>
                  <a:srgbClr val="044875"/>
                </a:solidFill>
                <a:latin typeface="微软雅黑" panose="020B0503020204020204" charset="-122"/>
                <a:ea typeface="微软雅黑" panose="020B0503020204020204" charset="-122"/>
              </a:rPr>
              <a:t>12</a:t>
            </a:r>
            <a:endParaRPr lang="en-US" sz="2000" b="0" strike="noStrike" spc="-1" dirty="0">
              <a:latin typeface="Arial" panose="020B0604020202020204"/>
            </a:endParaRPr>
          </a:p>
        </p:txBody>
      </p:sp>
      <p:pic>
        <p:nvPicPr>
          <p:cNvPr id="12" name="图片 11">
            <a:extLst>
              <a:ext uri="{FF2B5EF4-FFF2-40B4-BE49-F238E27FC236}">
                <a16:creationId xmlns:a16="http://schemas.microsoft.com/office/drawing/2014/main" id="{F596A95A-858F-1261-F055-483E98B6DC23}"/>
              </a:ext>
            </a:extLst>
          </p:cNvPr>
          <p:cNvPicPr>
            <a:picLocks noChangeAspect="1"/>
          </p:cNvPicPr>
          <p:nvPr/>
        </p:nvPicPr>
        <p:blipFill>
          <a:blip r:embed="rId3"/>
          <a:stretch>
            <a:fillRect/>
          </a:stretch>
        </p:blipFill>
        <p:spPr>
          <a:xfrm>
            <a:off x="831573" y="790075"/>
            <a:ext cx="3829582" cy="3550783"/>
          </a:xfrm>
          <a:prstGeom prst="rect">
            <a:avLst/>
          </a:prstGeom>
        </p:spPr>
      </p:pic>
      <p:pic>
        <p:nvPicPr>
          <p:cNvPr id="18" name="图片 17">
            <a:extLst>
              <a:ext uri="{FF2B5EF4-FFF2-40B4-BE49-F238E27FC236}">
                <a16:creationId xmlns:a16="http://schemas.microsoft.com/office/drawing/2014/main" id="{D262AF4B-1A76-0165-56BA-787435FCD3B5}"/>
              </a:ext>
            </a:extLst>
          </p:cNvPr>
          <p:cNvPicPr>
            <a:picLocks noChangeAspect="1"/>
          </p:cNvPicPr>
          <p:nvPr/>
        </p:nvPicPr>
        <p:blipFill>
          <a:blip r:embed="rId4"/>
          <a:stretch>
            <a:fillRect/>
          </a:stretch>
        </p:blipFill>
        <p:spPr>
          <a:xfrm>
            <a:off x="5670551" y="708245"/>
            <a:ext cx="4006088" cy="3714442"/>
          </a:xfrm>
          <a:prstGeom prst="rect">
            <a:avLst/>
          </a:prstGeom>
        </p:spPr>
      </p:pic>
      <p:sp>
        <p:nvSpPr>
          <p:cNvPr id="2" name="文本框 1">
            <a:extLst>
              <a:ext uri="{FF2B5EF4-FFF2-40B4-BE49-F238E27FC236}">
                <a16:creationId xmlns:a16="http://schemas.microsoft.com/office/drawing/2014/main" id="{1F9655C1-5693-034B-5579-55A5C3816161}"/>
              </a:ext>
            </a:extLst>
          </p:cNvPr>
          <p:cNvSpPr txBox="1"/>
          <p:nvPr/>
        </p:nvSpPr>
        <p:spPr>
          <a:xfrm>
            <a:off x="2336800" y="6211108"/>
            <a:ext cx="6388100" cy="369332"/>
          </a:xfrm>
          <a:prstGeom prst="rect">
            <a:avLst/>
          </a:prstGeom>
          <a:noFill/>
        </p:spPr>
        <p:txBody>
          <a:bodyPr wrap="square" rtlCol="0">
            <a:spAutoFit/>
          </a:bodyPr>
          <a:lstStyle/>
          <a:p>
            <a:r>
              <a:rPr lang="zh-CN" altLang="en-US" dirty="0"/>
              <a:t>位姿估计出现太多的抖动，数据帧匹配不连续。</a:t>
            </a:r>
          </a:p>
        </p:txBody>
      </p:sp>
      <p:sp>
        <p:nvSpPr>
          <p:cNvPr id="6" name="文本框 5">
            <a:extLst>
              <a:ext uri="{FF2B5EF4-FFF2-40B4-BE49-F238E27FC236}">
                <a16:creationId xmlns:a16="http://schemas.microsoft.com/office/drawing/2014/main" id="{5C0C02E7-5028-408C-8CDB-4EAC230C487D}"/>
              </a:ext>
            </a:extLst>
          </p:cNvPr>
          <p:cNvSpPr txBox="1"/>
          <p:nvPr/>
        </p:nvSpPr>
        <p:spPr>
          <a:xfrm>
            <a:off x="815687" y="4638332"/>
            <a:ext cx="4696113" cy="369332"/>
          </a:xfrm>
          <a:prstGeom prst="rect">
            <a:avLst/>
          </a:prstGeom>
          <a:noFill/>
        </p:spPr>
        <p:txBody>
          <a:bodyPr wrap="square">
            <a:spAutoFit/>
          </a:bodyPr>
          <a:lstStyle/>
          <a:p>
            <a:r>
              <a:rPr lang="en-US" altLang="zh-CN" dirty="0"/>
              <a:t>APE</a:t>
            </a:r>
            <a:r>
              <a:rPr lang="zh-CN" altLang="en-US" dirty="0"/>
              <a:t>：</a:t>
            </a:r>
            <a:r>
              <a:rPr lang="en-US" altLang="zh-CN" dirty="0"/>
              <a:t>Absolute Pose Error</a:t>
            </a:r>
            <a:r>
              <a:rPr lang="zh-CN" altLang="en-US" dirty="0"/>
              <a:t>（绝对位置误差）</a:t>
            </a:r>
          </a:p>
        </p:txBody>
      </p:sp>
    </p:spTree>
    <p:extLst>
      <p:ext uri="{BB962C8B-B14F-4D97-AF65-F5344CB8AC3E}">
        <p14:creationId xmlns:p14="http://schemas.microsoft.com/office/powerpoint/2010/main" val="1566338207"/>
      </p:ext>
    </p:extLst>
  </p:cSld>
  <p:clrMapOvr>
    <a:masterClrMapping/>
  </p:clrMapOvr>
  <p:transition spd="slow">
    <p:push dir="u"/>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9" name="CustomShape 1"/>
          <p:cNvSpPr/>
          <p:nvPr/>
        </p:nvSpPr>
        <p:spPr>
          <a:xfrm>
            <a:off x="0" y="254160"/>
            <a:ext cx="607680" cy="236160"/>
          </a:xfrm>
          <a:prstGeom prst="rect">
            <a:avLst/>
          </a:prstGeom>
          <a:solidFill>
            <a:srgbClr val="044875"/>
          </a:solidFill>
          <a:ln w="25560">
            <a:noFill/>
          </a:ln>
        </p:spPr>
        <p:style>
          <a:lnRef idx="0">
            <a:srgbClr val="FFFFFF"/>
          </a:lnRef>
          <a:fillRef idx="0">
            <a:srgbClr val="FFFFFF"/>
          </a:fillRef>
          <a:effectRef idx="0">
            <a:srgbClr val="FFFFFF"/>
          </a:effectRef>
          <a:fontRef idx="minor"/>
        </p:style>
      </p:sp>
      <p:sp>
        <p:nvSpPr>
          <p:cNvPr id="340" name="CustomShape 2"/>
          <p:cNvSpPr/>
          <p:nvPr/>
        </p:nvSpPr>
        <p:spPr>
          <a:xfrm>
            <a:off x="3492500" y="254000"/>
            <a:ext cx="8697595" cy="236220"/>
          </a:xfrm>
          <a:prstGeom prst="rect">
            <a:avLst/>
          </a:prstGeom>
          <a:solidFill>
            <a:srgbClr val="044875"/>
          </a:solidFill>
          <a:ln w="25560">
            <a:noFill/>
          </a:ln>
        </p:spPr>
        <p:style>
          <a:lnRef idx="0">
            <a:srgbClr val="FFFFFF"/>
          </a:lnRef>
          <a:fillRef idx="0">
            <a:srgbClr val="FFFFFF"/>
          </a:fillRef>
          <a:effectRef idx="0">
            <a:srgbClr val="FFFFFF"/>
          </a:effectRef>
          <a:fontRef idx="minor"/>
        </p:style>
      </p:sp>
      <p:sp>
        <p:nvSpPr>
          <p:cNvPr id="341" name="CustomShape 3"/>
          <p:cNvSpPr/>
          <p:nvPr/>
        </p:nvSpPr>
        <p:spPr>
          <a:xfrm>
            <a:off x="646430" y="144145"/>
            <a:ext cx="2945130" cy="983431"/>
          </a:xfrm>
          <a:prstGeom prst="rect">
            <a:avLst/>
          </a:prstGeom>
          <a:noFill/>
          <a:ln>
            <a:noFill/>
          </a:ln>
        </p:spPr>
        <p:style>
          <a:lnRef idx="0">
            <a:srgbClr val="FFFFFF"/>
          </a:lnRef>
          <a:fillRef idx="0">
            <a:srgbClr val="FFFFFF"/>
          </a:fillRef>
          <a:effectRef idx="0">
            <a:srgbClr val="FFFFFF"/>
          </a:effectRef>
          <a:fontRef idx="minor"/>
        </p:style>
        <p:txBody>
          <a:bodyPr wrap="square" lIns="90000" tIns="45000" rIns="90000" bIns="45000">
            <a:spAutoFit/>
          </a:bodyPr>
          <a:lstStyle/>
          <a:p>
            <a:pPr>
              <a:spcBef>
                <a:spcPts val="1200"/>
              </a:spcBef>
              <a:tabLst>
                <a:tab pos="0" algn="l"/>
              </a:tabLst>
            </a:pPr>
            <a:r>
              <a:rPr lang="zh-CN" sz="2400" b="0" strike="noStrike" spc="-1" dirty="0">
                <a:solidFill>
                  <a:srgbClr val="404040"/>
                </a:solidFill>
                <a:latin typeface="微软雅黑" panose="020B0503020204020204" charset="-122"/>
                <a:ea typeface="微软雅黑" panose="020B0503020204020204" charset="-122"/>
              </a:rPr>
              <a:t>研究点二</a:t>
            </a:r>
            <a:r>
              <a:rPr lang="zh-CN" altLang="en-US" sz="2400" b="1" dirty="0">
                <a:solidFill>
                  <a:prstClr val="black"/>
                </a:solidFill>
                <a:latin typeface="等线" panose="020F0502020204030204"/>
                <a:ea typeface="等线" panose="02010600030101010101" pitchFamily="2" charset="-122"/>
              </a:rPr>
              <a:t>整体框架</a:t>
            </a:r>
            <a:endParaRPr lang="zh-CN" altLang="en-US" b="1" dirty="0">
              <a:solidFill>
                <a:prstClr val="black"/>
              </a:solidFill>
              <a:latin typeface="等线" panose="020F0502020204030204"/>
              <a:ea typeface="等线" panose="02010600030101010101" pitchFamily="2" charset="-122"/>
            </a:endParaRPr>
          </a:p>
          <a:p>
            <a:pPr>
              <a:lnSpc>
                <a:spcPct val="100000"/>
              </a:lnSpc>
              <a:spcBef>
                <a:spcPts val="1200"/>
              </a:spcBef>
              <a:tabLst>
                <a:tab pos="0" algn="l"/>
              </a:tabLst>
            </a:pPr>
            <a:endParaRPr lang="en-US" sz="2400" b="0" strike="noStrike" spc="-1" dirty="0">
              <a:latin typeface="Arial" panose="020B0604020202020204"/>
            </a:endParaRPr>
          </a:p>
        </p:txBody>
      </p:sp>
      <p:sp>
        <p:nvSpPr>
          <p:cNvPr id="342" name="CustomShape 4"/>
          <p:cNvSpPr/>
          <p:nvPr/>
        </p:nvSpPr>
        <p:spPr>
          <a:xfrm>
            <a:off x="11566440" y="6621480"/>
            <a:ext cx="623520" cy="234720"/>
          </a:xfrm>
          <a:prstGeom prst="rect">
            <a:avLst/>
          </a:prstGeom>
          <a:solidFill>
            <a:srgbClr val="044875"/>
          </a:solidFill>
          <a:ln w="25560">
            <a:noFill/>
          </a:ln>
        </p:spPr>
        <p:style>
          <a:lnRef idx="0">
            <a:srgbClr val="FFFFFF"/>
          </a:lnRef>
          <a:fillRef idx="0">
            <a:srgbClr val="FFFFFF"/>
          </a:fillRef>
          <a:effectRef idx="0">
            <a:srgbClr val="FFFFFF"/>
          </a:effectRef>
          <a:fontRef idx="minor"/>
        </p:style>
      </p:sp>
      <p:sp>
        <p:nvSpPr>
          <p:cNvPr id="343" name="CustomShape 5"/>
          <p:cNvSpPr/>
          <p:nvPr/>
        </p:nvSpPr>
        <p:spPr>
          <a:xfrm>
            <a:off x="0" y="6621480"/>
            <a:ext cx="10437480" cy="234720"/>
          </a:xfrm>
          <a:prstGeom prst="rect">
            <a:avLst/>
          </a:prstGeom>
          <a:solidFill>
            <a:srgbClr val="044875"/>
          </a:solidFill>
          <a:ln w="25560">
            <a:noFill/>
          </a:ln>
        </p:spPr>
        <p:style>
          <a:lnRef idx="0">
            <a:srgbClr val="FFFFFF"/>
          </a:lnRef>
          <a:fillRef idx="0">
            <a:srgbClr val="FFFFFF"/>
          </a:fillRef>
          <a:effectRef idx="0">
            <a:srgbClr val="FFFFFF"/>
          </a:effectRef>
          <a:fontRef idx="minor"/>
        </p:style>
      </p:sp>
      <p:sp>
        <p:nvSpPr>
          <p:cNvPr id="344" name="CustomShape 6"/>
          <p:cNvSpPr/>
          <p:nvPr/>
        </p:nvSpPr>
        <p:spPr>
          <a:xfrm>
            <a:off x="10264680" y="6539040"/>
            <a:ext cx="1498320" cy="396240"/>
          </a:xfrm>
          <a:prstGeom prst="rect">
            <a:avLst/>
          </a:prstGeom>
          <a:noFill/>
          <a:ln>
            <a:noFill/>
          </a:ln>
        </p:spPr>
        <p:style>
          <a:lnRef idx="0">
            <a:srgbClr val="FFFFFF"/>
          </a:lnRef>
          <a:fillRef idx="0">
            <a:srgbClr val="FFFFFF"/>
          </a:fillRef>
          <a:effectRef idx="0">
            <a:srgbClr val="FFFFFF"/>
          </a:effectRef>
          <a:fontRef idx="minor"/>
        </p:style>
        <p:txBody>
          <a:bodyPr lIns="90000" tIns="45000" rIns="90000" bIns="45000">
            <a:spAutoFit/>
          </a:bodyPr>
          <a:lstStyle/>
          <a:p>
            <a:pPr algn="ctr">
              <a:lnSpc>
                <a:spcPct val="100000"/>
              </a:lnSpc>
              <a:tabLst>
                <a:tab pos="0" algn="l"/>
              </a:tabLst>
            </a:pPr>
            <a:r>
              <a:rPr lang="en-US" sz="2000" b="0" strike="noStrike" spc="-1" dirty="0">
                <a:solidFill>
                  <a:srgbClr val="044875"/>
                </a:solidFill>
                <a:latin typeface="微软雅黑" panose="020B0503020204020204" charset="-122"/>
                <a:ea typeface="微软雅黑" panose="020B0503020204020204" charset="-122"/>
              </a:rPr>
              <a:t>13</a:t>
            </a:r>
            <a:endParaRPr lang="en-US" sz="2000" b="0" strike="noStrike" spc="-1" dirty="0">
              <a:latin typeface="Arial" panose="020B0604020202020204"/>
            </a:endParaRPr>
          </a:p>
        </p:txBody>
      </p:sp>
      <p:sp>
        <p:nvSpPr>
          <p:cNvPr id="14" name="文本框 13"/>
          <p:cNvSpPr txBox="1"/>
          <p:nvPr/>
        </p:nvSpPr>
        <p:spPr>
          <a:xfrm>
            <a:off x="479425" y="692785"/>
            <a:ext cx="9639935" cy="369332"/>
          </a:xfrm>
          <a:prstGeom prst="rect">
            <a:avLst/>
          </a:prstGeom>
          <a:noFill/>
        </p:spPr>
        <p:txBody>
          <a:bodyPr wrap="square" rtlCol="0" anchor="t">
            <a:spAutoFit/>
          </a:bodyPr>
          <a:lstStyle/>
          <a:p>
            <a:r>
              <a:rPr lang="zh-CN" b="1" spc="-1" dirty="0">
                <a:solidFill>
                  <a:srgbClr val="3B3838"/>
                </a:solidFill>
                <a:latin typeface="Arial" panose="020B0604020202020204"/>
                <a:ea typeface="宋体" panose="02010600030101010101" pitchFamily="2" charset="-122"/>
                <a:sym typeface="+mn-ea"/>
              </a:rPr>
              <a:t>研究点二</a:t>
            </a:r>
            <a:r>
              <a:rPr lang="zh-CN" altLang="zh-CN" b="1" spc="-1" dirty="0">
                <a:solidFill>
                  <a:srgbClr val="3B3838"/>
                </a:solidFill>
                <a:ea typeface="宋体" panose="02010600030101010101" pitchFamily="2" charset="-122"/>
              </a:rPr>
              <a:t>基于语义分割的动态目标剔除与特征点优化方法</a:t>
            </a:r>
            <a:endParaRPr lang="zh-CN" altLang="en-US" b="1" spc="-1" dirty="0">
              <a:solidFill>
                <a:srgbClr val="3B3838"/>
              </a:solidFill>
              <a:ea typeface="宋体" panose="02010600030101010101" pitchFamily="2" charset="-122"/>
            </a:endParaRPr>
          </a:p>
        </p:txBody>
      </p:sp>
      <p:sp>
        <p:nvSpPr>
          <p:cNvPr id="6" name="文本框 5">
            <a:extLst>
              <a:ext uri="{FF2B5EF4-FFF2-40B4-BE49-F238E27FC236}">
                <a16:creationId xmlns:a16="http://schemas.microsoft.com/office/drawing/2014/main" id="{58B4FB60-4662-CE02-D5D1-FE772392290E}"/>
              </a:ext>
            </a:extLst>
          </p:cNvPr>
          <p:cNvSpPr txBox="1"/>
          <p:nvPr/>
        </p:nvSpPr>
        <p:spPr>
          <a:xfrm>
            <a:off x="2809494" y="2191025"/>
            <a:ext cx="6883146" cy="3970318"/>
          </a:xfrm>
          <a:prstGeom prst="rect">
            <a:avLst/>
          </a:prstGeom>
          <a:noFill/>
        </p:spPr>
        <p:txBody>
          <a:bodyPr wrap="square">
            <a:spAutoFit/>
          </a:bodyPr>
          <a:lstStyle/>
          <a:p>
            <a:pPr algn="ctr"/>
            <a:r>
              <a:rPr lang="zh-CN" altLang="en-US" sz="2800" b="1" dirty="0"/>
              <a:t>输入图像</a:t>
            </a:r>
          </a:p>
          <a:p>
            <a:pPr algn="ctr"/>
            <a:r>
              <a:rPr lang="zh-CN" altLang="en-US" sz="2800" b="1" dirty="0"/>
              <a:t>   ↓</a:t>
            </a:r>
          </a:p>
          <a:p>
            <a:pPr algn="ctr"/>
            <a:r>
              <a:rPr lang="zh-CN" altLang="en-US" sz="2800" b="1" dirty="0"/>
              <a:t>语义分割（像素级分类）</a:t>
            </a:r>
          </a:p>
          <a:p>
            <a:pPr algn="ctr"/>
            <a:r>
              <a:rPr lang="zh-CN" altLang="en-US" sz="2800" b="1" dirty="0"/>
              <a:t>   ↓</a:t>
            </a:r>
          </a:p>
          <a:p>
            <a:pPr algn="ctr"/>
            <a:r>
              <a:rPr lang="zh-CN" altLang="en-US" sz="2800" b="1" dirty="0"/>
              <a:t>动态区域剔除</a:t>
            </a:r>
          </a:p>
          <a:p>
            <a:pPr algn="ctr"/>
            <a:r>
              <a:rPr lang="zh-CN" altLang="en-US" sz="2800" b="1" dirty="0"/>
              <a:t>   ↓</a:t>
            </a:r>
          </a:p>
          <a:p>
            <a:pPr algn="ctr"/>
            <a:r>
              <a:rPr lang="zh-CN" altLang="en-US" sz="2800" b="1" dirty="0"/>
              <a:t>特征提取与匹配</a:t>
            </a:r>
          </a:p>
          <a:p>
            <a:pPr algn="ctr"/>
            <a:r>
              <a:rPr lang="zh-CN" altLang="en-US" sz="2800" b="1" dirty="0"/>
              <a:t>   ↓</a:t>
            </a:r>
          </a:p>
          <a:p>
            <a:pPr algn="ctr"/>
            <a:r>
              <a:rPr lang="zh-CN" altLang="en-US" sz="2800" b="1" dirty="0"/>
              <a:t>位姿估计与地图构建</a:t>
            </a:r>
          </a:p>
        </p:txBody>
      </p:sp>
      <p:sp>
        <p:nvSpPr>
          <p:cNvPr id="10" name="文本框 9">
            <a:extLst>
              <a:ext uri="{FF2B5EF4-FFF2-40B4-BE49-F238E27FC236}">
                <a16:creationId xmlns:a16="http://schemas.microsoft.com/office/drawing/2014/main" id="{9566BFB6-78AE-7A2F-4939-3EC1547F0D99}"/>
              </a:ext>
            </a:extLst>
          </p:cNvPr>
          <p:cNvSpPr txBox="1"/>
          <p:nvPr/>
        </p:nvSpPr>
        <p:spPr>
          <a:xfrm>
            <a:off x="445262" y="1264582"/>
            <a:ext cx="6094476" cy="523220"/>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zh-CN" altLang="en-US" sz="2800" b="1" dirty="0">
                <a:solidFill>
                  <a:prstClr val="black"/>
                </a:solidFill>
                <a:latin typeface="等线" panose="020F0502020204030204"/>
                <a:ea typeface="等线" panose="02010600030101010101" pitchFamily="2" charset="-122"/>
              </a:rPr>
              <a:t>整体框架</a:t>
            </a:r>
            <a:endParaRPr kumimoji="0" lang="zh-CN" altLang="en-US" sz="20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Tree>
  </p:cSld>
  <p:clrMapOvr>
    <a:masterClrMapping/>
  </p:clrMapOvr>
  <p:transition spd="slow">
    <p:push dir="u"/>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42A533-55B1-42AC-39B5-28417BCD5F7F}"/>
            </a:ext>
          </a:extLst>
        </p:cNvPr>
        <p:cNvGrpSpPr/>
        <p:nvPr/>
      </p:nvGrpSpPr>
      <p:grpSpPr>
        <a:xfrm>
          <a:off x="0" y="0"/>
          <a:ext cx="0" cy="0"/>
          <a:chOff x="0" y="0"/>
          <a:chExt cx="0" cy="0"/>
        </a:xfrm>
      </p:grpSpPr>
      <p:sp>
        <p:nvSpPr>
          <p:cNvPr id="339" name="CustomShape 1">
            <a:extLst>
              <a:ext uri="{FF2B5EF4-FFF2-40B4-BE49-F238E27FC236}">
                <a16:creationId xmlns:a16="http://schemas.microsoft.com/office/drawing/2014/main" id="{AAF77F99-DBBC-7103-544B-20DF9169FABA}"/>
              </a:ext>
            </a:extLst>
          </p:cNvPr>
          <p:cNvSpPr/>
          <p:nvPr/>
        </p:nvSpPr>
        <p:spPr>
          <a:xfrm>
            <a:off x="0" y="254160"/>
            <a:ext cx="607680" cy="236160"/>
          </a:xfrm>
          <a:prstGeom prst="rect">
            <a:avLst/>
          </a:prstGeom>
          <a:solidFill>
            <a:srgbClr val="044875"/>
          </a:solidFill>
          <a:ln w="25560">
            <a:noFill/>
          </a:ln>
        </p:spPr>
        <p:style>
          <a:lnRef idx="0">
            <a:srgbClr val="FFFFFF"/>
          </a:lnRef>
          <a:fillRef idx="0">
            <a:srgbClr val="FFFFFF"/>
          </a:fillRef>
          <a:effectRef idx="0">
            <a:srgbClr val="FFFFFF"/>
          </a:effectRef>
          <a:fontRef idx="minor"/>
        </p:style>
      </p:sp>
      <p:sp>
        <p:nvSpPr>
          <p:cNvPr id="340" name="CustomShape 2">
            <a:extLst>
              <a:ext uri="{FF2B5EF4-FFF2-40B4-BE49-F238E27FC236}">
                <a16:creationId xmlns:a16="http://schemas.microsoft.com/office/drawing/2014/main" id="{1AAB0019-14A4-8FDD-7EE7-04550DC89716}"/>
              </a:ext>
            </a:extLst>
          </p:cNvPr>
          <p:cNvSpPr/>
          <p:nvPr/>
        </p:nvSpPr>
        <p:spPr>
          <a:xfrm>
            <a:off x="3492500" y="254000"/>
            <a:ext cx="8697595" cy="236220"/>
          </a:xfrm>
          <a:prstGeom prst="rect">
            <a:avLst/>
          </a:prstGeom>
          <a:solidFill>
            <a:srgbClr val="044875"/>
          </a:solidFill>
          <a:ln w="25560">
            <a:noFill/>
          </a:ln>
        </p:spPr>
        <p:style>
          <a:lnRef idx="0">
            <a:srgbClr val="FFFFFF"/>
          </a:lnRef>
          <a:fillRef idx="0">
            <a:srgbClr val="FFFFFF"/>
          </a:fillRef>
          <a:effectRef idx="0">
            <a:srgbClr val="FFFFFF"/>
          </a:effectRef>
          <a:fontRef idx="minor"/>
        </p:style>
      </p:sp>
      <p:sp>
        <p:nvSpPr>
          <p:cNvPr id="341" name="CustomShape 3">
            <a:extLst>
              <a:ext uri="{FF2B5EF4-FFF2-40B4-BE49-F238E27FC236}">
                <a16:creationId xmlns:a16="http://schemas.microsoft.com/office/drawing/2014/main" id="{7580AACA-1123-3D4C-DA16-B77B3D3E9DA2}"/>
              </a:ext>
            </a:extLst>
          </p:cNvPr>
          <p:cNvSpPr/>
          <p:nvPr/>
        </p:nvSpPr>
        <p:spPr>
          <a:xfrm>
            <a:off x="646430" y="144145"/>
            <a:ext cx="2945130" cy="457835"/>
          </a:xfrm>
          <a:prstGeom prst="rect">
            <a:avLst/>
          </a:prstGeom>
          <a:noFill/>
          <a:ln>
            <a:noFill/>
          </a:ln>
        </p:spPr>
        <p:style>
          <a:lnRef idx="0">
            <a:srgbClr val="FFFFFF"/>
          </a:lnRef>
          <a:fillRef idx="0">
            <a:srgbClr val="FFFFFF"/>
          </a:fillRef>
          <a:effectRef idx="0">
            <a:srgbClr val="FFFFFF"/>
          </a:effectRef>
          <a:fontRef idx="minor"/>
        </p:style>
        <p:txBody>
          <a:bodyPr wrap="square" lIns="90000" tIns="45000" rIns="90000" bIns="45000">
            <a:spAutoFit/>
          </a:bodyPr>
          <a:lstStyle/>
          <a:p>
            <a:pPr>
              <a:lnSpc>
                <a:spcPct val="100000"/>
              </a:lnSpc>
              <a:spcBef>
                <a:spcPts val="1200"/>
              </a:spcBef>
              <a:tabLst>
                <a:tab pos="0" algn="l"/>
              </a:tabLst>
            </a:pPr>
            <a:r>
              <a:rPr lang="zh-CN" sz="2400" b="0" strike="noStrike" spc="-1" dirty="0">
                <a:solidFill>
                  <a:srgbClr val="404040"/>
                </a:solidFill>
                <a:latin typeface="微软雅黑" panose="020B0503020204020204" charset="-122"/>
                <a:ea typeface="微软雅黑" panose="020B0503020204020204" charset="-122"/>
              </a:rPr>
              <a:t>研究点二</a:t>
            </a:r>
            <a:r>
              <a:rPr lang="zh-CN" altLang="en-US" sz="2400" b="0" strike="noStrike" spc="-1" dirty="0">
                <a:solidFill>
                  <a:srgbClr val="404040"/>
                </a:solidFill>
                <a:latin typeface="微软雅黑" panose="020B0503020204020204" charset="-122"/>
                <a:ea typeface="微软雅黑" panose="020B0503020204020204" charset="-122"/>
              </a:rPr>
              <a:t>语义分割</a:t>
            </a:r>
            <a:endParaRPr lang="en-US" sz="2400" b="0" strike="noStrike" spc="-1" dirty="0">
              <a:latin typeface="Arial" panose="020B0604020202020204"/>
            </a:endParaRPr>
          </a:p>
        </p:txBody>
      </p:sp>
      <p:sp>
        <p:nvSpPr>
          <p:cNvPr id="342" name="CustomShape 4">
            <a:extLst>
              <a:ext uri="{FF2B5EF4-FFF2-40B4-BE49-F238E27FC236}">
                <a16:creationId xmlns:a16="http://schemas.microsoft.com/office/drawing/2014/main" id="{3D77D045-85A0-BBA3-055A-D90E41B549DB}"/>
              </a:ext>
            </a:extLst>
          </p:cNvPr>
          <p:cNvSpPr/>
          <p:nvPr/>
        </p:nvSpPr>
        <p:spPr>
          <a:xfrm>
            <a:off x="11566440" y="6621480"/>
            <a:ext cx="623520" cy="234720"/>
          </a:xfrm>
          <a:prstGeom prst="rect">
            <a:avLst/>
          </a:prstGeom>
          <a:solidFill>
            <a:srgbClr val="044875"/>
          </a:solidFill>
          <a:ln w="25560">
            <a:noFill/>
          </a:ln>
        </p:spPr>
        <p:style>
          <a:lnRef idx="0">
            <a:srgbClr val="FFFFFF"/>
          </a:lnRef>
          <a:fillRef idx="0">
            <a:srgbClr val="FFFFFF"/>
          </a:fillRef>
          <a:effectRef idx="0">
            <a:srgbClr val="FFFFFF"/>
          </a:effectRef>
          <a:fontRef idx="minor"/>
        </p:style>
      </p:sp>
      <p:sp>
        <p:nvSpPr>
          <p:cNvPr id="343" name="CustomShape 5">
            <a:extLst>
              <a:ext uri="{FF2B5EF4-FFF2-40B4-BE49-F238E27FC236}">
                <a16:creationId xmlns:a16="http://schemas.microsoft.com/office/drawing/2014/main" id="{672F60C7-64E3-B03E-CD2D-8DA47D6EA749}"/>
              </a:ext>
            </a:extLst>
          </p:cNvPr>
          <p:cNvSpPr/>
          <p:nvPr/>
        </p:nvSpPr>
        <p:spPr>
          <a:xfrm>
            <a:off x="0" y="6621480"/>
            <a:ext cx="10437480" cy="234720"/>
          </a:xfrm>
          <a:prstGeom prst="rect">
            <a:avLst/>
          </a:prstGeom>
          <a:solidFill>
            <a:srgbClr val="044875"/>
          </a:solidFill>
          <a:ln w="25560">
            <a:noFill/>
          </a:ln>
        </p:spPr>
        <p:style>
          <a:lnRef idx="0">
            <a:srgbClr val="FFFFFF"/>
          </a:lnRef>
          <a:fillRef idx="0">
            <a:srgbClr val="FFFFFF"/>
          </a:fillRef>
          <a:effectRef idx="0">
            <a:srgbClr val="FFFFFF"/>
          </a:effectRef>
          <a:fontRef idx="minor"/>
        </p:style>
      </p:sp>
      <p:sp>
        <p:nvSpPr>
          <p:cNvPr id="344" name="CustomShape 6">
            <a:extLst>
              <a:ext uri="{FF2B5EF4-FFF2-40B4-BE49-F238E27FC236}">
                <a16:creationId xmlns:a16="http://schemas.microsoft.com/office/drawing/2014/main" id="{B612AF05-79A1-88B7-021A-CDE44E0DEA65}"/>
              </a:ext>
            </a:extLst>
          </p:cNvPr>
          <p:cNvSpPr/>
          <p:nvPr/>
        </p:nvSpPr>
        <p:spPr>
          <a:xfrm>
            <a:off x="10264680" y="6539040"/>
            <a:ext cx="1498320" cy="396240"/>
          </a:xfrm>
          <a:prstGeom prst="rect">
            <a:avLst/>
          </a:prstGeom>
          <a:noFill/>
          <a:ln>
            <a:noFill/>
          </a:ln>
        </p:spPr>
        <p:style>
          <a:lnRef idx="0">
            <a:srgbClr val="FFFFFF"/>
          </a:lnRef>
          <a:fillRef idx="0">
            <a:srgbClr val="FFFFFF"/>
          </a:fillRef>
          <a:effectRef idx="0">
            <a:srgbClr val="FFFFFF"/>
          </a:effectRef>
          <a:fontRef idx="minor"/>
        </p:style>
        <p:txBody>
          <a:bodyPr lIns="90000" tIns="45000" rIns="90000" bIns="45000">
            <a:spAutoFit/>
          </a:bodyPr>
          <a:lstStyle/>
          <a:p>
            <a:pPr algn="ctr">
              <a:lnSpc>
                <a:spcPct val="100000"/>
              </a:lnSpc>
              <a:tabLst>
                <a:tab pos="0" algn="l"/>
              </a:tabLst>
            </a:pPr>
            <a:r>
              <a:rPr lang="en-US" sz="2000" b="0" strike="noStrike" spc="-1">
                <a:solidFill>
                  <a:srgbClr val="044875"/>
                </a:solidFill>
                <a:latin typeface="微软雅黑" panose="020B0503020204020204" charset="-122"/>
                <a:ea typeface="微软雅黑" panose="020B0503020204020204" charset="-122"/>
              </a:rPr>
              <a:t>14</a:t>
            </a:r>
            <a:endParaRPr lang="en-US" sz="2000" b="0" strike="noStrike" spc="-1">
              <a:latin typeface="Arial" panose="020B0604020202020204"/>
            </a:endParaRPr>
          </a:p>
        </p:txBody>
      </p:sp>
      <p:sp>
        <p:nvSpPr>
          <p:cNvPr id="14" name="文本框 13">
            <a:extLst>
              <a:ext uri="{FF2B5EF4-FFF2-40B4-BE49-F238E27FC236}">
                <a16:creationId xmlns:a16="http://schemas.microsoft.com/office/drawing/2014/main" id="{B92086C7-A5FB-7550-BB52-D3DD6D12D907}"/>
              </a:ext>
            </a:extLst>
          </p:cNvPr>
          <p:cNvSpPr txBox="1"/>
          <p:nvPr/>
        </p:nvSpPr>
        <p:spPr>
          <a:xfrm>
            <a:off x="479425" y="692785"/>
            <a:ext cx="9639935" cy="369332"/>
          </a:xfrm>
          <a:prstGeom prst="rect">
            <a:avLst/>
          </a:prstGeom>
          <a:noFill/>
        </p:spPr>
        <p:txBody>
          <a:bodyPr wrap="square" rtlCol="0" anchor="t">
            <a:spAutoFit/>
          </a:bodyPr>
          <a:lstStyle/>
          <a:p>
            <a:r>
              <a:rPr lang="zh-CN" b="1" spc="-1" dirty="0">
                <a:solidFill>
                  <a:srgbClr val="3B3838"/>
                </a:solidFill>
                <a:latin typeface="Arial" panose="020B0604020202020204"/>
                <a:ea typeface="宋体" panose="02010600030101010101" pitchFamily="2" charset="-122"/>
                <a:sym typeface="+mn-ea"/>
              </a:rPr>
              <a:t>研究点二</a:t>
            </a:r>
            <a:r>
              <a:rPr lang="zh-CN" altLang="zh-CN" b="1" spc="-1" dirty="0">
                <a:solidFill>
                  <a:srgbClr val="3B3838"/>
                </a:solidFill>
                <a:ea typeface="宋体" panose="02010600030101010101" pitchFamily="2" charset="-122"/>
              </a:rPr>
              <a:t>基于语义分割的动态目标剔除与特征点优化方法</a:t>
            </a:r>
            <a:endParaRPr lang="zh-CN" altLang="en-US" b="1" spc="-1" dirty="0">
              <a:solidFill>
                <a:srgbClr val="3B3838"/>
              </a:solidFill>
              <a:ea typeface="宋体" panose="02010600030101010101" pitchFamily="2" charset="-122"/>
            </a:endParaRPr>
          </a:p>
        </p:txBody>
      </p:sp>
      <p:sp>
        <p:nvSpPr>
          <p:cNvPr id="10" name="文本框 9">
            <a:extLst>
              <a:ext uri="{FF2B5EF4-FFF2-40B4-BE49-F238E27FC236}">
                <a16:creationId xmlns:a16="http://schemas.microsoft.com/office/drawing/2014/main" id="{790E7B38-4198-2CD5-A254-2C57B045C402}"/>
              </a:ext>
            </a:extLst>
          </p:cNvPr>
          <p:cNvSpPr txBox="1"/>
          <p:nvPr/>
        </p:nvSpPr>
        <p:spPr>
          <a:xfrm>
            <a:off x="445262" y="1264582"/>
            <a:ext cx="6094476" cy="523220"/>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语义分割</a:t>
            </a:r>
            <a:endParaRPr kumimoji="0" lang="zh-CN" altLang="en-US" sz="20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pic>
        <p:nvPicPr>
          <p:cNvPr id="2" name="图片 1" descr="狗的照片上写着字&#10;&#10;AI 生成的内容可能不正确。">
            <a:extLst>
              <a:ext uri="{FF2B5EF4-FFF2-40B4-BE49-F238E27FC236}">
                <a16:creationId xmlns:a16="http://schemas.microsoft.com/office/drawing/2014/main" id="{CA9E901B-212F-6AFA-AF3C-6BBBB62DE7E8}"/>
              </a:ext>
            </a:extLst>
          </p:cNvPr>
          <p:cNvPicPr>
            <a:picLocks noChangeAspect="1"/>
          </p:cNvPicPr>
          <p:nvPr/>
        </p:nvPicPr>
        <p:blipFill>
          <a:blip r:embed="rId3"/>
          <a:stretch>
            <a:fillRect/>
          </a:stretch>
        </p:blipFill>
        <p:spPr>
          <a:xfrm>
            <a:off x="479425" y="1996408"/>
            <a:ext cx="3857385" cy="1671152"/>
          </a:xfrm>
          <a:prstGeom prst="rect">
            <a:avLst/>
          </a:prstGeom>
        </p:spPr>
      </p:pic>
      <p:pic>
        <p:nvPicPr>
          <p:cNvPr id="3" name="图片 2" descr="穿着蓝色衣服的卡通人物&#10;&#10;AI 生成的内容可能不正确。">
            <a:extLst>
              <a:ext uri="{FF2B5EF4-FFF2-40B4-BE49-F238E27FC236}">
                <a16:creationId xmlns:a16="http://schemas.microsoft.com/office/drawing/2014/main" id="{69690185-871B-AB49-050F-BDEDDFFCDD5C}"/>
              </a:ext>
            </a:extLst>
          </p:cNvPr>
          <p:cNvPicPr>
            <a:picLocks noChangeAspect="1"/>
          </p:cNvPicPr>
          <p:nvPr/>
        </p:nvPicPr>
        <p:blipFill>
          <a:blip r:embed="rId4"/>
          <a:stretch>
            <a:fillRect/>
          </a:stretch>
        </p:blipFill>
        <p:spPr>
          <a:xfrm>
            <a:off x="4849413" y="1944561"/>
            <a:ext cx="2991884" cy="1774846"/>
          </a:xfrm>
          <a:prstGeom prst="rect">
            <a:avLst/>
          </a:prstGeom>
        </p:spPr>
      </p:pic>
      <p:pic>
        <p:nvPicPr>
          <p:cNvPr id="4" name="图片 3" descr="卡通人物&#10;&#10;AI 生成的内容可能不正确。">
            <a:extLst>
              <a:ext uri="{FF2B5EF4-FFF2-40B4-BE49-F238E27FC236}">
                <a16:creationId xmlns:a16="http://schemas.microsoft.com/office/drawing/2014/main" id="{CA9E666C-E948-24CF-ACE6-2BA4102637FE}"/>
              </a:ext>
            </a:extLst>
          </p:cNvPr>
          <p:cNvPicPr>
            <a:picLocks noChangeAspect="1"/>
          </p:cNvPicPr>
          <p:nvPr/>
        </p:nvPicPr>
        <p:blipFill>
          <a:blip r:embed="rId5"/>
          <a:stretch>
            <a:fillRect/>
          </a:stretch>
        </p:blipFill>
        <p:spPr>
          <a:xfrm>
            <a:off x="8545538" y="1952231"/>
            <a:ext cx="3147643" cy="1767176"/>
          </a:xfrm>
          <a:prstGeom prst="rect">
            <a:avLst/>
          </a:prstGeom>
        </p:spPr>
      </p:pic>
      <p:sp>
        <p:nvSpPr>
          <p:cNvPr id="5" name="文本框 4">
            <a:extLst>
              <a:ext uri="{FF2B5EF4-FFF2-40B4-BE49-F238E27FC236}">
                <a16:creationId xmlns:a16="http://schemas.microsoft.com/office/drawing/2014/main" id="{A88578E7-5415-56A7-F244-708C3C8BBDB5}"/>
              </a:ext>
            </a:extLst>
          </p:cNvPr>
          <p:cNvSpPr txBox="1"/>
          <p:nvPr/>
        </p:nvSpPr>
        <p:spPr>
          <a:xfrm>
            <a:off x="1550147" y="3887828"/>
            <a:ext cx="1942353" cy="369332"/>
          </a:xfrm>
          <a:prstGeom prst="rect">
            <a:avLst/>
          </a:prstGeom>
          <a:noFill/>
        </p:spPr>
        <p:txBody>
          <a:bodyPr wrap="square" rtlCol="0">
            <a:spAutoFit/>
          </a:bodyPr>
          <a:lstStyle/>
          <a:p>
            <a:r>
              <a:rPr lang="zh-CN" altLang="en-US" dirty="0"/>
              <a:t>目标检测</a:t>
            </a:r>
          </a:p>
        </p:txBody>
      </p:sp>
      <p:sp>
        <p:nvSpPr>
          <p:cNvPr id="7" name="文本框 6">
            <a:extLst>
              <a:ext uri="{FF2B5EF4-FFF2-40B4-BE49-F238E27FC236}">
                <a16:creationId xmlns:a16="http://schemas.microsoft.com/office/drawing/2014/main" id="{3C356F3D-95D6-6F7C-C6F1-B0A9F25CBDB0}"/>
              </a:ext>
            </a:extLst>
          </p:cNvPr>
          <p:cNvSpPr txBox="1"/>
          <p:nvPr/>
        </p:nvSpPr>
        <p:spPr>
          <a:xfrm>
            <a:off x="5568561" y="4023913"/>
            <a:ext cx="1942353" cy="369332"/>
          </a:xfrm>
          <a:prstGeom prst="rect">
            <a:avLst/>
          </a:prstGeom>
          <a:noFill/>
        </p:spPr>
        <p:txBody>
          <a:bodyPr wrap="square" rtlCol="0">
            <a:spAutoFit/>
          </a:bodyPr>
          <a:lstStyle/>
          <a:p>
            <a:r>
              <a:rPr lang="zh-CN" altLang="en-US" dirty="0"/>
              <a:t>语义分割</a:t>
            </a:r>
          </a:p>
        </p:txBody>
      </p:sp>
      <p:sp>
        <p:nvSpPr>
          <p:cNvPr id="8" name="文本框 7">
            <a:extLst>
              <a:ext uri="{FF2B5EF4-FFF2-40B4-BE49-F238E27FC236}">
                <a16:creationId xmlns:a16="http://schemas.microsoft.com/office/drawing/2014/main" id="{31F2A32E-65EF-5E37-F865-161038185EE3}"/>
              </a:ext>
            </a:extLst>
          </p:cNvPr>
          <p:cNvSpPr txBox="1"/>
          <p:nvPr/>
        </p:nvSpPr>
        <p:spPr>
          <a:xfrm>
            <a:off x="9148182" y="4200703"/>
            <a:ext cx="1942353" cy="369332"/>
          </a:xfrm>
          <a:prstGeom prst="rect">
            <a:avLst/>
          </a:prstGeom>
          <a:noFill/>
        </p:spPr>
        <p:txBody>
          <a:bodyPr wrap="square" rtlCol="0">
            <a:spAutoFit/>
          </a:bodyPr>
          <a:lstStyle/>
          <a:p>
            <a:r>
              <a:rPr lang="zh-CN" altLang="en-US" dirty="0"/>
              <a:t>实例分割</a:t>
            </a:r>
          </a:p>
        </p:txBody>
      </p:sp>
      <p:sp>
        <p:nvSpPr>
          <p:cNvPr id="9" name="文本框 8">
            <a:extLst>
              <a:ext uri="{FF2B5EF4-FFF2-40B4-BE49-F238E27FC236}">
                <a16:creationId xmlns:a16="http://schemas.microsoft.com/office/drawing/2014/main" id="{FD83E1EE-42FA-771A-0D80-4C1F267CDE8B}"/>
              </a:ext>
            </a:extLst>
          </p:cNvPr>
          <p:cNvSpPr txBox="1"/>
          <p:nvPr/>
        </p:nvSpPr>
        <p:spPr>
          <a:xfrm>
            <a:off x="1695450" y="5000732"/>
            <a:ext cx="8132182" cy="646331"/>
          </a:xfrm>
          <a:prstGeom prst="rect">
            <a:avLst/>
          </a:prstGeom>
          <a:noFill/>
        </p:spPr>
        <p:txBody>
          <a:bodyPr wrap="square" rtlCol="0">
            <a:spAutoFit/>
          </a:bodyPr>
          <a:lstStyle/>
          <a:p>
            <a:r>
              <a:rPr lang="zh-CN" altLang="en-US" dirty="0"/>
              <a:t>       语义分割对图像的理解是像素级别，可以对输入图像的动态目标进行标记，然后剔除，不参与后续位姿估计和建图。</a:t>
            </a:r>
          </a:p>
        </p:txBody>
      </p:sp>
    </p:spTree>
    <p:extLst>
      <p:ext uri="{BB962C8B-B14F-4D97-AF65-F5344CB8AC3E}">
        <p14:creationId xmlns:p14="http://schemas.microsoft.com/office/powerpoint/2010/main" val="2680057499"/>
      </p:ext>
    </p:extLst>
  </p:cSld>
  <p:clrMapOvr>
    <a:masterClrMapping/>
  </p:clrMapOvr>
  <p:transition spd="slow">
    <p:push dir="u"/>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C11A21-DD5D-6305-03B4-79BFD6F960F5}"/>
            </a:ext>
          </a:extLst>
        </p:cNvPr>
        <p:cNvGrpSpPr/>
        <p:nvPr/>
      </p:nvGrpSpPr>
      <p:grpSpPr>
        <a:xfrm>
          <a:off x="0" y="0"/>
          <a:ext cx="0" cy="0"/>
          <a:chOff x="0" y="0"/>
          <a:chExt cx="0" cy="0"/>
        </a:xfrm>
      </p:grpSpPr>
      <p:sp>
        <p:nvSpPr>
          <p:cNvPr id="339" name="CustomShape 1">
            <a:extLst>
              <a:ext uri="{FF2B5EF4-FFF2-40B4-BE49-F238E27FC236}">
                <a16:creationId xmlns:a16="http://schemas.microsoft.com/office/drawing/2014/main" id="{8362613A-5729-E399-78AB-B7A473785EAB}"/>
              </a:ext>
            </a:extLst>
          </p:cNvPr>
          <p:cNvSpPr/>
          <p:nvPr/>
        </p:nvSpPr>
        <p:spPr>
          <a:xfrm>
            <a:off x="0" y="254160"/>
            <a:ext cx="607680" cy="236160"/>
          </a:xfrm>
          <a:prstGeom prst="rect">
            <a:avLst/>
          </a:prstGeom>
          <a:solidFill>
            <a:srgbClr val="044875"/>
          </a:solidFill>
          <a:ln w="25560">
            <a:noFill/>
          </a:ln>
        </p:spPr>
        <p:style>
          <a:lnRef idx="0">
            <a:srgbClr val="FFFFFF"/>
          </a:lnRef>
          <a:fillRef idx="0">
            <a:srgbClr val="FFFFFF"/>
          </a:fillRef>
          <a:effectRef idx="0">
            <a:srgbClr val="FFFFFF"/>
          </a:effectRef>
          <a:fontRef idx="minor"/>
        </p:style>
      </p:sp>
      <p:sp>
        <p:nvSpPr>
          <p:cNvPr id="340" name="CustomShape 2">
            <a:extLst>
              <a:ext uri="{FF2B5EF4-FFF2-40B4-BE49-F238E27FC236}">
                <a16:creationId xmlns:a16="http://schemas.microsoft.com/office/drawing/2014/main" id="{9B2C47BD-26CC-D3CF-0054-975ACA14C87D}"/>
              </a:ext>
            </a:extLst>
          </p:cNvPr>
          <p:cNvSpPr/>
          <p:nvPr/>
        </p:nvSpPr>
        <p:spPr>
          <a:xfrm>
            <a:off x="3492500" y="254000"/>
            <a:ext cx="8697595" cy="236220"/>
          </a:xfrm>
          <a:prstGeom prst="rect">
            <a:avLst/>
          </a:prstGeom>
          <a:solidFill>
            <a:srgbClr val="044875"/>
          </a:solidFill>
          <a:ln w="25560">
            <a:noFill/>
          </a:ln>
        </p:spPr>
        <p:style>
          <a:lnRef idx="0">
            <a:srgbClr val="FFFFFF"/>
          </a:lnRef>
          <a:fillRef idx="0">
            <a:srgbClr val="FFFFFF"/>
          </a:fillRef>
          <a:effectRef idx="0">
            <a:srgbClr val="FFFFFF"/>
          </a:effectRef>
          <a:fontRef idx="minor"/>
        </p:style>
      </p:sp>
      <p:sp>
        <p:nvSpPr>
          <p:cNvPr id="341" name="CustomShape 3">
            <a:extLst>
              <a:ext uri="{FF2B5EF4-FFF2-40B4-BE49-F238E27FC236}">
                <a16:creationId xmlns:a16="http://schemas.microsoft.com/office/drawing/2014/main" id="{92791C62-2A92-C6BF-E84A-8D283075C355}"/>
              </a:ext>
            </a:extLst>
          </p:cNvPr>
          <p:cNvSpPr/>
          <p:nvPr/>
        </p:nvSpPr>
        <p:spPr>
          <a:xfrm>
            <a:off x="646430" y="144145"/>
            <a:ext cx="3309620" cy="460211"/>
          </a:xfrm>
          <a:prstGeom prst="rect">
            <a:avLst/>
          </a:prstGeom>
          <a:noFill/>
          <a:ln>
            <a:noFill/>
          </a:ln>
        </p:spPr>
        <p:style>
          <a:lnRef idx="0">
            <a:srgbClr val="FFFFFF"/>
          </a:lnRef>
          <a:fillRef idx="0">
            <a:srgbClr val="FFFFFF"/>
          </a:fillRef>
          <a:effectRef idx="0">
            <a:srgbClr val="FFFFFF"/>
          </a:effectRef>
          <a:fontRef idx="minor"/>
        </p:style>
        <p:txBody>
          <a:bodyPr wrap="square" lIns="90000" tIns="45000" rIns="90000" bIns="45000">
            <a:spAutoFit/>
          </a:bodyPr>
          <a:lstStyle/>
          <a:p>
            <a:pPr>
              <a:lnSpc>
                <a:spcPct val="100000"/>
              </a:lnSpc>
              <a:spcBef>
                <a:spcPts val="1200"/>
              </a:spcBef>
              <a:tabLst>
                <a:tab pos="0" algn="l"/>
              </a:tabLst>
            </a:pPr>
            <a:r>
              <a:rPr lang="zh-CN" sz="2400" b="0" strike="noStrike" spc="-1" dirty="0">
                <a:solidFill>
                  <a:srgbClr val="404040"/>
                </a:solidFill>
                <a:latin typeface="微软雅黑" panose="020B0503020204020204" charset="-122"/>
                <a:ea typeface="微软雅黑" panose="020B0503020204020204" charset="-122"/>
              </a:rPr>
              <a:t>研究点二</a:t>
            </a:r>
            <a:r>
              <a:rPr lang="zh-CN" altLang="en-US" sz="2400" b="0" strike="noStrike" spc="-1" dirty="0">
                <a:solidFill>
                  <a:srgbClr val="404040"/>
                </a:solidFill>
                <a:latin typeface="微软雅黑" panose="020B0503020204020204" charset="-122"/>
                <a:ea typeface="微软雅黑" panose="020B0503020204020204" charset="-122"/>
              </a:rPr>
              <a:t>语义分割示例</a:t>
            </a:r>
            <a:endParaRPr lang="en-US" sz="2400" b="0" strike="noStrike" spc="-1" dirty="0">
              <a:latin typeface="Arial" panose="020B0604020202020204"/>
            </a:endParaRPr>
          </a:p>
        </p:txBody>
      </p:sp>
      <p:sp>
        <p:nvSpPr>
          <p:cNvPr id="342" name="CustomShape 4">
            <a:extLst>
              <a:ext uri="{FF2B5EF4-FFF2-40B4-BE49-F238E27FC236}">
                <a16:creationId xmlns:a16="http://schemas.microsoft.com/office/drawing/2014/main" id="{BD036251-4055-9A73-14B8-E5CF8D53B290}"/>
              </a:ext>
            </a:extLst>
          </p:cNvPr>
          <p:cNvSpPr/>
          <p:nvPr/>
        </p:nvSpPr>
        <p:spPr>
          <a:xfrm>
            <a:off x="11566440" y="6621480"/>
            <a:ext cx="623520" cy="234720"/>
          </a:xfrm>
          <a:prstGeom prst="rect">
            <a:avLst/>
          </a:prstGeom>
          <a:solidFill>
            <a:srgbClr val="044875"/>
          </a:solidFill>
          <a:ln w="25560">
            <a:noFill/>
          </a:ln>
        </p:spPr>
        <p:style>
          <a:lnRef idx="0">
            <a:srgbClr val="FFFFFF"/>
          </a:lnRef>
          <a:fillRef idx="0">
            <a:srgbClr val="FFFFFF"/>
          </a:fillRef>
          <a:effectRef idx="0">
            <a:srgbClr val="FFFFFF"/>
          </a:effectRef>
          <a:fontRef idx="minor"/>
        </p:style>
      </p:sp>
      <p:sp>
        <p:nvSpPr>
          <p:cNvPr id="343" name="CustomShape 5">
            <a:extLst>
              <a:ext uri="{FF2B5EF4-FFF2-40B4-BE49-F238E27FC236}">
                <a16:creationId xmlns:a16="http://schemas.microsoft.com/office/drawing/2014/main" id="{444B6203-8AC9-AD51-8AB5-625663300499}"/>
              </a:ext>
            </a:extLst>
          </p:cNvPr>
          <p:cNvSpPr/>
          <p:nvPr/>
        </p:nvSpPr>
        <p:spPr>
          <a:xfrm>
            <a:off x="0" y="6621480"/>
            <a:ext cx="10437480" cy="234720"/>
          </a:xfrm>
          <a:prstGeom prst="rect">
            <a:avLst/>
          </a:prstGeom>
          <a:solidFill>
            <a:srgbClr val="044875"/>
          </a:solidFill>
          <a:ln w="25560">
            <a:noFill/>
          </a:ln>
        </p:spPr>
        <p:style>
          <a:lnRef idx="0">
            <a:srgbClr val="FFFFFF"/>
          </a:lnRef>
          <a:fillRef idx="0">
            <a:srgbClr val="FFFFFF"/>
          </a:fillRef>
          <a:effectRef idx="0">
            <a:srgbClr val="FFFFFF"/>
          </a:effectRef>
          <a:fontRef idx="minor"/>
        </p:style>
      </p:sp>
      <p:sp>
        <p:nvSpPr>
          <p:cNvPr id="344" name="CustomShape 6">
            <a:extLst>
              <a:ext uri="{FF2B5EF4-FFF2-40B4-BE49-F238E27FC236}">
                <a16:creationId xmlns:a16="http://schemas.microsoft.com/office/drawing/2014/main" id="{69D66725-84CE-7358-220A-26389DFA5C27}"/>
              </a:ext>
            </a:extLst>
          </p:cNvPr>
          <p:cNvSpPr/>
          <p:nvPr/>
        </p:nvSpPr>
        <p:spPr>
          <a:xfrm>
            <a:off x="10264680" y="6539040"/>
            <a:ext cx="1498320" cy="396240"/>
          </a:xfrm>
          <a:prstGeom prst="rect">
            <a:avLst/>
          </a:prstGeom>
          <a:noFill/>
          <a:ln>
            <a:noFill/>
          </a:ln>
        </p:spPr>
        <p:style>
          <a:lnRef idx="0">
            <a:srgbClr val="FFFFFF"/>
          </a:lnRef>
          <a:fillRef idx="0">
            <a:srgbClr val="FFFFFF"/>
          </a:fillRef>
          <a:effectRef idx="0">
            <a:srgbClr val="FFFFFF"/>
          </a:effectRef>
          <a:fontRef idx="minor"/>
        </p:style>
        <p:txBody>
          <a:bodyPr lIns="90000" tIns="45000" rIns="90000" bIns="45000">
            <a:spAutoFit/>
          </a:bodyPr>
          <a:lstStyle/>
          <a:p>
            <a:pPr algn="ctr">
              <a:lnSpc>
                <a:spcPct val="100000"/>
              </a:lnSpc>
              <a:tabLst>
                <a:tab pos="0" algn="l"/>
              </a:tabLst>
            </a:pPr>
            <a:r>
              <a:rPr lang="en-US" sz="2000" b="0" strike="noStrike" spc="-1" dirty="0">
                <a:solidFill>
                  <a:srgbClr val="044875"/>
                </a:solidFill>
                <a:latin typeface="微软雅黑" panose="020B0503020204020204" charset="-122"/>
                <a:ea typeface="微软雅黑" panose="020B0503020204020204" charset="-122"/>
              </a:rPr>
              <a:t>15</a:t>
            </a:r>
            <a:endParaRPr lang="en-US" sz="2000" b="0" strike="noStrike" spc="-1" dirty="0">
              <a:latin typeface="Arial" panose="020B0604020202020204"/>
            </a:endParaRPr>
          </a:p>
        </p:txBody>
      </p:sp>
      <p:sp>
        <p:nvSpPr>
          <p:cNvPr id="14" name="文本框 13">
            <a:extLst>
              <a:ext uri="{FF2B5EF4-FFF2-40B4-BE49-F238E27FC236}">
                <a16:creationId xmlns:a16="http://schemas.microsoft.com/office/drawing/2014/main" id="{83880B67-6D23-6C7F-4E13-B0FF9B190E65}"/>
              </a:ext>
            </a:extLst>
          </p:cNvPr>
          <p:cNvSpPr txBox="1"/>
          <p:nvPr/>
        </p:nvSpPr>
        <p:spPr>
          <a:xfrm>
            <a:off x="479425" y="692785"/>
            <a:ext cx="9639935" cy="369332"/>
          </a:xfrm>
          <a:prstGeom prst="rect">
            <a:avLst/>
          </a:prstGeom>
          <a:noFill/>
        </p:spPr>
        <p:txBody>
          <a:bodyPr wrap="square" rtlCol="0" anchor="t">
            <a:spAutoFit/>
          </a:bodyPr>
          <a:lstStyle/>
          <a:p>
            <a:r>
              <a:rPr lang="zh-CN" b="1" spc="-1" dirty="0">
                <a:solidFill>
                  <a:srgbClr val="3B3838"/>
                </a:solidFill>
                <a:latin typeface="Arial" panose="020B0604020202020204"/>
                <a:ea typeface="宋体" panose="02010600030101010101" pitchFamily="2" charset="-122"/>
                <a:sym typeface="+mn-ea"/>
              </a:rPr>
              <a:t>研究点二</a:t>
            </a:r>
            <a:r>
              <a:rPr lang="zh-CN" altLang="zh-CN" b="1" spc="-1" dirty="0">
                <a:solidFill>
                  <a:srgbClr val="3B3838"/>
                </a:solidFill>
                <a:ea typeface="宋体" panose="02010600030101010101" pitchFamily="2" charset="-122"/>
              </a:rPr>
              <a:t>基于语义分割的动态目标剔除与特征点优化方法</a:t>
            </a:r>
            <a:endParaRPr lang="zh-CN" altLang="en-US" b="1" spc="-1" dirty="0">
              <a:solidFill>
                <a:srgbClr val="3B3838"/>
              </a:solidFill>
              <a:ea typeface="宋体" panose="02010600030101010101" pitchFamily="2" charset="-122"/>
            </a:endParaRPr>
          </a:p>
        </p:txBody>
      </p:sp>
      <p:sp>
        <p:nvSpPr>
          <p:cNvPr id="10" name="文本框 9">
            <a:extLst>
              <a:ext uri="{FF2B5EF4-FFF2-40B4-BE49-F238E27FC236}">
                <a16:creationId xmlns:a16="http://schemas.microsoft.com/office/drawing/2014/main" id="{12B9852C-9066-69C3-8ED6-B01A4A9D2759}"/>
              </a:ext>
            </a:extLst>
          </p:cNvPr>
          <p:cNvSpPr txBox="1"/>
          <p:nvPr/>
        </p:nvSpPr>
        <p:spPr>
          <a:xfrm>
            <a:off x="445262" y="1264582"/>
            <a:ext cx="6094476" cy="523220"/>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语义分割展示</a:t>
            </a:r>
            <a:endParaRPr kumimoji="0" lang="zh-CN" altLang="en-US" sz="20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pic>
        <p:nvPicPr>
          <p:cNvPr id="6" name="图片 5" descr="人骑着摩托车&#10;&#10;AI 生成的内容可能不正确。">
            <a:extLst>
              <a:ext uri="{FF2B5EF4-FFF2-40B4-BE49-F238E27FC236}">
                <a16:creationId xmlns:a16="http://schemas.microsoft.com/office/drawing/2014/main" id="{9EF9D890-0242-45F9-AB06-DF50234A84E2}"/>
              </a:ext>
            </a:extLst>
          </p:cNvPr>
          <p:cNvPicPr>
            <a:picLocks noChangeAspect="1"/>
          </p:cNvPicPr>
          <p:nvPr/>
        </p:nvPicPr>
        <p:blipFill>
          <a:blip r:embed="rId3"/>
          <a:stretch>
            <a:fillRect/>
          </a:stretch>
        </p:blipFill>
        <p:spPr>
          <a:xfrm>
            <a:off x="999915" y="1787802"/>
            <a:ext cx="2838579" cy="2277102"/>
          </a:xfrm>
          <a:prstGeom prst="rect">
            <a:avLst/>
          </a:prstGeom>
        </p:spPr>
      </p:pic>
      <p:pic>
        <p:nvPicPr>
          <p:cNvPr id="11" name="图片 10" descr="人在骑自行车&#10;&#10;AI 生成的内容可能不正确。">
            <a:extLst>
              <a:ext uri="{FF2B5EF4-FFF2-40B4-BE49-F238E27FC236}">
                <a16:creationId xmlns:a16="http://schemas.microsoft.com/office/drawing/2014/main" id="{C9A0AF61-DDB6-799B-2AD8-AD1E416FC22F}"/>
              </a:ext>
            </a:extLst>
          </p:cNvPr>
          <p:cNvPicPr>
            <a:picLocks noChangeAspect="1"/>
          </p:cNvPicPr>
          <p:nvPr/>
        </p:nvPicPr>
        <p:blipFill>
          <a:blip r:embed="rId4"/>
          <a:stretch>
            <a:fillRect/>
          </a:stretch>
        </p:blipFill>
        <p:spPr>
          <a:xfrm>
            <a:off x="5073536" y="1721160"/>
            <a:ext cx="2932403" cy="2209686"/>
          </a:xfrm>
          <a:prstGeom prst="rect">
            <a:avLst/>
          </a:prstGeom>
        </p:spPr>
      </p:pic>
      <p:pic>
        <p:nvPicPr>
          <p:cNvPr id="13" name="图片 12" descr="人们在看台上的人跳起来&#10;&#10;AI 生成的内容可能不正确。">
            <a:extLst>
              <a:ext uri="{FF2B5EF4-FFF2-40B4-BE49-F238E27FC236}">
                <a16:creationId xmlns:a16="http://schemas.microsoft.com/office/drawing/2014/main" id="{5DCEB202-D4CE-4F2C-FBCD-98141CBFB8A6}"/>
              </a:ext>
            </a:extLst>
          </p:cNvPr>
          <p:cNvPicPr>
            <a:picLocks noChangeAspect="1"/>
          </p:cNvPicPr>
          <p:nvPr/>
        </p:nvPicPr>
        <p:blipFill>
          <a:blip r:embed="rId5"/>
          <a:stretch>
            <a:fillRect/>
          </a:stretch>
        </p:blipFill>
        <p:spPr>
          <a:xfrm>
            <a:off x="1126915" y="4178793"/>
            <a:ext cx="2997893" cy="2328798"/>
          </a:xfrm>
          <a:prstGeom prst="rect">
            <a:avLst/>
          </a:prstGeom>
        </p:spPr>
      </p:pic>
      <p:pic>
        <p:nvPicPr>
          <p:cNvPr id="15" name="图片 14" descr="显示照片的马&#10;&#10;AI 生成的内容可能不正确。">
            <a:extLst>
              <a:ext uri="{FF2B5EF4-FFF2-40B4-BE49-F238E27FC236}">
                <a16:creationId xmlns:a16="http://schemas.microsoft.com/office/drawing/2014/main" id="{75918594-79C7-02A6-B7F5-F80F84C46C27}"/>
              </a:ext>
            </a:extLst>
          </p:cNvPr>
          <p:cNvPicPr>
            <a:picLocks noChangeAspect="1"/>
          </p:cNvPicPr>
          <p:nvPr/>
        </p:nvPicPr>
        <p:blipFill>
          <a:blip r:embed="rId6"/>
          <a:stretch>
            <a:fillRect/>
          </a:stretch>
        </p:blipFill>
        <p:spPr>
          <a:xfrm>
            <a:off x="5115985" y="3942060"/>
            <a:ext cx="3237523" cy="2596980"/>
          </a:xfrm>
          <a:prstGeom prst="rect">
            <a:avLst/>
          </a:prstGeom>
        </p:spPr>
      </p:pic>
      <p:sp>
        <p:nvSpPr>
          <p:cNvPr id="2" name="文本框 1">
            <a:extLst>
              <a:ext uri="{FF2B5EF4-FFF2-40B4-BE49-F238E27FC236}">
                <a16:creationId xmlns:a16="http://schemas.microsoft.com/office/drawing/2014/main" id="{983BDA15-DBA1-59E2-09C7-54201BA37F6E}"/>
              </a:ext>
            </a:extLst>
          </p:cNvPr>
          <p:cNvSpPr txBox="1"/>
          <p:nvPr/>
        </p:nvSpPr>
        <p:spPr>
          <a:xfrm>
            <a:off x="8500598" y="4205126"/>
            <a:ext cx="3237523" cy="369332"/>
          </a:xfrm>
          <a:prstGeom prst="rect">
            <a:avLst/>
          </a:prstGeom>
          <a:noFill/>
        </p:spPr>
        <p:txBody>
          <a:bodyPr wrap="square" rtlCol="0">
            <a:spAutoFit/>
          </a:bodyPr>
          <a:lstStyle/>
          <a:p>
            <a:r>
              <a:rPr lang="zh-CN" altLang="en-US" dirty="0"/>
              <a:t>目前优秀的的语义分割网络</a:t>
            </a:r>
          </a:p>
        </p:txBody>
      </p:sp>
    </p:spTree>
    <p:extLst>
      <p:ext uri="{BB962C8B-B14F-4D97-AF65-F5344CB8AC3E}">
        <p14:creationId xmlns:p14="http://schemas.microsoft.com/office/powerpoint/2010/main" val="2461244653"/>
      </p:ext>
    </p:extLst>
  </p:cSld>
  <p:clrMapOvr>
    <a:masterClrMapping/>
  </p:clrMapOvr>
  <p:transition spd="slow">
    <p:push dir="u"/>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19BFDF-596B-3962-838B-BFE37ECC5DC0}"/>
            </a:ext>
          </a:extLst>
        </p:cNvPr>
        <p:cNvGrpSpPr/>
        <p:nvPr/>
      </p:nvGrpSpPr>
      <p:grpSpPr>
        <a:xfrm>
          <a:off x="0" y="0"/>
          <a:ext cx="0" cy="0"/>
          <a:chOff x="0" y="0"/>
          <a:chExt cx="0" cy="0"/>
        </a:xfrm>
      </p:grpSpPr>
      <p:sp>
        <p:nvSpPr>
          <p:cNvPr id="339" name="CustomShape 1">
            <a:extLst>
              <a:ext uri="{FF2B5EF4-FFF2-40B4-BE49-F238E27FC236}">
                <a16:creationId xmlns:a16="http://schemas.microsoft.com/office/drawing/2014/main" id="{0AAB1D49-3C88-1440-4DF8-0F2AA0895BDC}"/>
              </a:ext>
            </a:extLst>
          </p:cNvPr>
          <p:cNvSpPr/>
          <p:nvPr/>
        </p:nvSpPr>
        <p:spPr>
          <a:xfrm>
            <a:off x="0" y="254160"/>
            <a:ext cx="607680" cy="236160"/>
          </a:xfrm>
          <a:prstGeom prst="rect">
            <a:avLst/>
          </a:prstGeom>
          <a:solidFill>
            <a:srgbClr val="044875"/>
          </a:solidFill>
          <a:ln w="25560">
            <a:noFill/>
          </a:ln>
        </p:spPr>
        <p:style>
          <a:lnRef idx="0">
            <a:srgbClr val="FFFFFF"/>
          </a:lnRef>
          <a:fillRef idx="0">
            <a:srgbClr val="FFFFFF"/>
          </a:fillRef>
          <a:effectRef idx="0">
            <a:srgbClr val="FFFFFF"/>
          </a:effectRef>
          <a:fontRef idx="minor"/>
        </p:style>
      </p:sp>
      <p:sp>
        <p:nvSpPr>
          <p:cNvPr id="340" name="CustomShape 2">
            <a:extLst>
              <a:ext uri="{FF2B5EF4-FFF2-40B4-BE49-F238E27FC236}">
                <a16:creationId xmlns:a16="http://schemas.microsoft.com/office/drawing/2014/main" id="{F1E72DB3-3A66-F93B-C484-CF8C75095C1D}"/>
              </a:ext>
            </a:extLst>
          </p:cNvPr>
          <p:cNvSpPr/>
          <p:nvPr/>
        </p:nvSpPr>
        <p:spPr>
          <a:xfrm>
            <a:off x="3492500" y="254000"/>
            <a:ext cx="8697595" cy="236220"/>
          </a:xfrm>
          <a:prstGeom prst="rect">
            <a:avLst/>
          </a:prstGeom>
          <a:solidFill>
            <a:srgbClr val="044875"/>
          </a:solidFill>
          <a:ln w="25560">
            <a:noFill/>
          </a:ln>
        </p:spPr>
        <p:style>
          <a:lnRef idx="0">
            <a:srgbClr val="FFFFFF"/>
          </a:lnRef>
          <a:fillRef idx="0">
            <a:srgbClr val="FFFFFF"/>
          </a:fillRef>
          <a:effectRef idx="0">
            <a:srgbClr val="FFFFFF"/>
          </a:effectRef>
          <a:fontRef idx="minor"/>
        </p:style>
      </p:sp>
      <p:sp>
        <p:nvSpPr>
          <p:cNvPr id="341" name="CustomShape 3">
            <a:extLst>
              <a:ext uri="{FF2B5EF4-FFF2-40B4-BE49-F238E27FC236}">
                <a16:creationId xmlns:a16="http://schemas.microsoft.com/office/drawing/2014/main" id="{CC16B1E7-A048-7C83-F341-67DCE1B1E860}"/>
              </a:ext>
            </a:extLst>
          </p:cNvPr>
          <p:cNvSpPr/>
          <p:nvPr/>
        </p:nvSpPr>
        <p:spPr>
          <a:xfrm>
            <a:off x="646430" y="144145"/>
            <a:ext cx="3652520" cy="983431"/>
          </a:xfrm>
          <a:prstGeom prst="rect">
            <a:avLst/>
          </a:prstGeom>
          <a:noFill/>
          <a:ln>
            <a:noFill/>
          </a:ln>
        </p:spPr>
        <p:style>
          <a:lnRef idx="0">
            <a:srgbClr val="FFFFFF"/>
          </a:lnRef>
          <a:fillRef idx="0">
            <a:srgbClr val="FFFFFF"/>
          </a:fillRef>
          <a:effectRef idx="0">
            <a:srgbClr val="FFFFFF"/>
          </a:effectRef>
          <a:fontRef idx="minor"/>
        </p:style>
        <p:txBody>
          <a:bodyPr wrap="square" lIns="90000" tIns="45000" rIns="90000" bIns="45000">
            <a:spAutoFit/>
          </a:bodyPr>
          <a:lstStyle/>
          <a:p>
            <a:pPr>
              <a:spcBef>
                <a:spcPts val="1200"/>
              </a:spcBef>
              <a:tabLst>
                <a:tab pos="0" algn="l"/>
              </a:tabLst>
            </a:pPr>
            <a:r>
              <a:rPr lang="zh-CN" sz="2400" b="0" strike="noStrike" spc="-1" dirty="0">
                <a:solidFill>
                  <a:srgbClr val="404040"/>
                </a:solidFill>
                <a:latin typeface="微软雅黑" panose="020B0503020204020204" charset="-122"/>
                <a:ea typeface="微软雅黑" panose="020B0503020204020204" charset="-122"/>
              </a:rPr>
              <a:t>研究点二</a:t>
            </a:r>
            <a:r>
              <a:rPr lang="zh-CN" altLang="en-US" sz="2400" b="1" dirty="0">
                <a:solidFill>
                  <a:prstClr val="black"/>
                </a:solidFill>
                <a:latin typeface="等线" panose="020F0502020204030204"/>
                <a:ea typeface="等线" panose="02010600030101010101" pitchFamily="2" charset="-122"/>
              </a:rPr>
              <a:t>语义分割网络</a:t>
            </a:r>
            <a:endParaRPr lang="zh-CN" altLang="en-US" b="1" dirty="0">
              <a:solidFill>
                <a:prstClr val="black"/>
              </a:solidFill>
              <a:latin typeface="等线" panose="020F0502020204030204"/>
              <a:ea typeface="等线" panose="02010600030101010101" pitchFamily="2" charset="-122"/>
            </a:endParaRPr>
          </a:p>
          <a:p>
            <a:pPr>
              <a:lnSpc>
                <a:spcPct val="100000"/>
              </a:lnSpc>
              <a:spcBef>
                <a:spcPts val="1200"/>
              </a:spcBef>
              <a:tabLst>
                <a:tab pos="0" algn="l"/>
              </a:tabLst>
            </a:pPr>
            <a:endParaRPr lang="en-US" sz="2400" b="0" strike="noStrike" spc="-1" dirty="0">
              <a:latin typeface="Arial" panose="020B0604020202020204"/>
            </a:endParaRPr>
          </a:p>
        </p:txBody>
      </p:sp>
      <p:sp>
        <p:nvSpPr>
          <p:cNvPr id="342" name="CustomShape 4">
            <a:extLst>
              <a:ext uri="{FF2B5EF4-FFF2-40B4-BE49-F238E27FC236}">
                <a16:creationId xmlns:a16="http://schemas.microsoft.com/office/drawing/2014/main" id="{F1175172-C257-E0FD-47F2-E82F39FB4197}"/>
              </a:ext>
            </a:extLst>
          </p:cNvPr>
          <p:cNvSpPr/>
          <p:nvPr/>
        </p:nvSpPr>
        <p:spPr>
          <a:xfrm>
            <a:off x="11566440" y="6621480"/>
            <a:ext cx="623520" cy="234720"/>
          </a:xfrm>
          <a:prstGeom prst="rect">
            <a:avLst/>
          </a:prstGeom>
          <a:solidFill>
            <a:srgbClr val="044875"/>
          </a:solidFill>
          <a:ln w="25560">
            <a:noFill/>
          </a:ln>
        </p:spPr>
        <p:style>
          <a:lnRef idx="0">
            <a:srgbClr val="FFFFFF"/>
          </a:lnRef>
          <a:fillRef idx="0">
            <a:srgbClr val="FFFFFF"/>
          </a:fillRef>
          <a:effectRef idx="0">
            <a:srgbClr val="FFFFFF"/>
          </a:effectRef>
          <a:fontRef idx="minor"/>
        </p:style>
      </p:sp>
      <p:sp>
        <p:nvSpPr>
          <p:cNvPr id="343" name="CustomShape 5">
            <a:extLst>
              <a:ext uri="{FF2B5EF4-FFF2-40B4-BE49-F238E27FC236}">
                <a16:creationId xmlns:a16="http://schemas.microsoft.com/office/drawing/2014/main" id="{35644345-6163-04F9-2F5F-F1A093EAD99B}"/>
              </a:ext>
            </a:extLst>
          </p:cNvPr>
          <p:cNvSpPr/>
          <p:nvPr/>
        </p:nvSpPr>
        <p:spPr>
          <a:xfrm>
            <a:off x="0" y="6621480"/>
            <a:ext cx="10437480" cy="234720"/>
          </a:xfrm>
          <a:prstGeom prst="rect">
            <a:avLst/>
          </a:prstGeom>
          <a:solidFill>
            <a:srgbClr val="044875"/>
          </a:solidFill>
          <a:ln w="25560">
            <a:noFill/>
          </a:ln>
        </p:spPr>
        <p:style>
          <a:lnRef idx="0">
            <a:srgbClr val="FFFFFF"/>
          </a:lnRef>
          <a:fillRef idx="0">
            <a:srgbClr val="FFFFFF"/>
          </a:fillRef>
          <a:effectRef idx="0">
            <a:srgbClr val="FFFFFF"/>
          </a:effectRef>
          <a:fontRef idx="minor"/>
        </p:style>
      </p:sp>
      <p:sp>
        <p:nvSpPr>
          <p:cNvPr id="344" name="CustomShape 6">
            <a:extLst>
              <a:ext uri="{FF2B5EF4-FFF2-40B4-BE49-F238E27FC236}">
                <a16:creationId xmlns:a16="http://schemas.microsoft.com/office/drawing/2014/main" id="{F12B77E0-442A-80C6-0364-C62FDB22F06D}"/>
              </a:ext>
            </a:extLst>
          </p:cNvPr>
          <p:cNvSpPr/>
          <p:nvPr/>
        </p:nvSpPr>
        <p:spPr>
          <a:xfrm>
            <a:off x="10264680" y="6539040"/>
            <a:ext cx="1498320" cy="396240"/>
          </a:xfrm>
          <a:prstGeom prst="rect">
            <a:avLst/>
          </a:prstGeom>
          <a:noFill/>
          <a:ln>
            <a:noFill/>
          </a:ln>
        </p:spPr>
        <p:style>
          <a:lnRef idx="0">
            <a:srgbClr val="FFFFFF"/>
          </a:lnRef>
          <a:fillRef idx="0">
            <a:srgbClr val="FFFFFF"/>
          </a:fillRef>
          <a:effectRef idx="0">
            <a:srgbClr val="FFFFFF"/>
          </a:effectRef>
          <a:fontRef idx="minor"/>
        </p:style>
        <p:txBody>
          <a:bodyPr lIns="90000" tIns="45000" rIns="90000" bIns="45000">
            <a:spAutoFit/>
          </a:bodyPr>
          <a:lstStyle/>
          <a:p>
            <a:pPr algn="ctr">
              <a:lnSpc>
                <a:spcPct val="100000"/>
              </a:lnSpc>
              <a:tabLst>
                <a:tab pos="0" algn="l"/>
              </a:tabLst>
            </a:pPr>
            <a:r>
              <a:rPr lang="en-US" sz="2000" b="0" strike="noStrike" spc="-1" dirty="0">
                <a:solidFill>
                  <a:srgbClr val="044875"/>
                </a:solidFill>
                <a:latin typeface="微软雅黑" panose="020B0503020204020204" charset="-122"/>
                <a:ea typeface="微软雅黑" panose="020B0503020204020204" charset="-122"/>
              </a:rPr>
              <a:t>16</a:t>
            </a:r>
            <a:endParaRPr lang="en-US" sz="2000" b="0" strike="noStrike" spc="-1" dirty="0">
              <a:latin typeface="Arial" panose="020B0604020202020204"/>
            </a:endParaRPr>
          </a:p>
        </p:txBody>
      </p:sp>
      <p:sp>
        <p:nvSpPr>
          <p:cNvPr id="14" name="文本框 13">
            <a:extLst>
              <a:ext uri="{FF2B5EF4-FFF2-40B4-BE49-F238E27FC236}">
                <a16:creationId xmlns:a16="http://schemas.microsoft.com/office/drawing/2014/main" id="{B5023836-70DC-C414-35C4-1A831D941111}"/>
              </a:ext>
            </a:extLst>
          </p:cNvPr>
          <p:cNvSpPr txBox="1"/>
          <p:nvPr/>
        </p:nvSpPr>
        <p:spPr>
          <a:xfrm>
            <a:off x="479425" y="692785"/>
            <a:ext cx="9639935" cy="369332"/>
          </a:xfrm>
          <a:prstGeom prst="rect">
            <a:avLst/>
          </a:prstGeom>
          <a:noFill/>
        </p:spPr>
        <p:txBody>
          <a:bodyPr wrap="square" rtlCol="0" anchor="t">
            <a:spAutoFit/>
          </a:bodyPr>
          <a:lstStyle/>
          <a:p>
            <a:r>
              <a:rPr lang="zh-CN" b="1" spc="-1" dirty="0">
                <a:solidFill>
                  <a:srgbClr val="3B3838"/>
                </a:solidFill>
                <a:latin typeface="Arial" panose="020B0604020202020204"/>
                <a:ea typeface="宋体" panose="02010600030101010101" pitchFamily="2" charset="-122"/>
                <a:sym typeface="+mn-ea"/>
              </a:rPr>
              <a:t>研究点二</a:t>
            </a:r>
            <a:r>
              <a:rPr lang="zh-CN" altLang="zh-CN" b="1" spc="-1" dirty="0">
                <a:solidFill>
                  <a:srgbClr val="3B3838"/>
                </a:solidFill>
                <a:ea typeface="宋体" panose="02010600030101010101" pitchFamily="2" charset="-122"/>
              </a:rPr>
              <a:t>基于语义分割的动态目标剔除与特征点优化方法</a:t>
            </a:r>
            <a:endParaRPr lang="zh-CN" altLang="en-US" b="1" spc="-1" dirty="0">
              <a:solidFill>
                <a:srgbClr val="3B3838"/>
              </a:solidFill>
              <a:ea typeface="宋体" panose="02010600030101010101" pitchFamily="2" charset="-122"/>
            </a:endParaRPr>
          </a:p>
        </p:txBody>
      </p:sp>
      <p:sp>
        <p:nvSpPr>
          <p:cNvPr id="10" name="文本框 9">
            <a:extLst>
              <a:ext uri="{FF2B5EF4-FFF2-40B4-BE49-F238E27FC236}">
                <a16:creationId xmlns:a16="http://schemas.microsoft.com/office/drawing/2014/main" id="{44D59E82-4B20-66A3-B12B-2EFB5A330044}"/>
              </a:ext>
            </a:extLst>
          </p:cNvPr>
          <p:cNvSpPr txBox="1"/>
          <p:nvPr/>
        </p:nvSpPr>
        <p:spPr>
          <a:xfrm>
            <a:off x="445262" y="1264582"/>
            <a:ext cx="6094476" cy="523220"/>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语义分割网络</a:t>
            </a:r>
            <a:endParaRPr kumimoji="0" lang="zh-CN" altLang="en-US" sz="20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pic>
        <p:nvPicPr>
          <p:cNvPr id="2" name="图片 1" descr="图示&#10;&#10;AI 生成的内容可能不正确。">
            <a:extLst>
              <a:ext uri="{FF2B5EF4-FFF2-40B4-BE49-F238E27FC236}">
                <a16:creationId xmlns:a16="http://schemas.microsoft.com/office/drawing/2014/main" id="{4C9B411A-5436-F0B4-15AF-88B85A8224DC}"/>
              </a:ext>
            </a:extLst>
          </p:cNvPr>
          <p:cNvPicPr>
            <a:picLocks noChangeAspect="1"/>
          </p:cNvPicPr>
          <p:nvPr/>
        </p:nvPicPr>
        <p:blipFill>
          <a:blip r:embed="rId3"/>
          <a:stretch>
            <a:fillRect/>
          </a:stretch>
        </p:blipFill>
        <p:spPr>
          <a:xfrm>
            <a:off x="2402981" y="1897587"/>
            <a:ext cx="6900149" cy="3538071"/>
          </a:xfrm>
          <a:prstGeom prst="rect">
            <a:avLst/>
          </a:prstGeom>
        </p:spPr>
      </p:pic>
      <p:sp>
        <p:nvSpPr>
          <p:cNvPr id="3" name="文本框 2">
            <a:extLst>
              <a:ext uri="{FF2B5EF4-FFF2-40B4-BE49-F238E27FC236}">
                <a16:creationId xmlns:a16="http://schemas.microsoft.com/office/drawing/2014/main" id="{99FDF601-F17B-2594-81EE-FD5587C01734}"/>
              </a:ext>
            </a:extLst>
          </p:cNvPr>
          <p:cNvSpPr txBox="1"/>
          <p:nvPr/>
        </p:nvSpPr>
        <p:spPr>
          <a:xfrm>
            <a:off x="3697793" y="5705577"/>
            <a:ext cx="3608264" cy="369332"/>
          </a:xfrm>
          <a:prstGeom prst="rect">
            <a:avLst/>
          </a:prstGeom>
          <a:noFill/>
        </p:spPr>
        <p:txBody>
          <a:bodyPr wrap="square" rtlCol="0">
            <a:spAutoFit/>
          </a:bodyPr>
          <a:lstStyle/>
          <a:p>
            <a:pPr algn="ctr"/>
            <a:r>
              <a:rPr lang="en-US" altLang="zh-CN" b="1" dirty="0" err="1"/>
              <a:t>DeepLab</a:t>
            </a:r>
            <a:r>
              <a:rPr lang="en-US" altLang="zh-CN" b="1" dirty="0"/>
              <a:t> v3 </a:t>
            </a:r>
            <a:r>
              <a:rPr lang="zh-CN" altLang="en-US" b="1" dirty="0"/>
              <a:t>网络结构</a:t>
            </a:r>
          </a:p>
        </p:txBody>
      </p:sp>
      <p:sp>
        <p:nvSpPr>
          <p:cNvPr id="4" name="文本框 3">
            <a:extLst>
              <a:ext uri="{FF2B5EF4-FFF2-40B4-BE49-F238E27FC236}">
                <a16:creationId xmlns:a16="http://schemas.microsoft.com/office/drawing/2014/main" id="{F4F9EBA2-C424-A6D8-E770-5B525D70B29E}"/>
              </a:ext>
            </a:extLst>
          </p:cNvPr>
          <p:cNvSpPr txBox="1"/>
          <p:nvPr/>
        </p:nvSpPr>
        <p:spPr>
          <a:xfrm>
            <a:off x="9444409" y="2503630"/>
            <a:ext cx="1640541" cy="369332"/>
          </a:xfrm>
          <a:prstGeom prst="rect">
            <a:avLst/>
          </a:prstGeom>
          <a:noFill/>
        </p:spPr>
        <p:txBody>
          <a:bodyPr wrap="square">
            <a:spAutoFit/>
          </a:bodyPr>
          <a:lstStyle/>
          <a:p>
            <a:r>
              <a:rPr lang="zh-CN" altLang="en-US" dirty="0"/>
              <a:t>负责 </a:t>
            </a:r>
            <a:r>
              <a:rPr lang="zh-CN" altLang="en-US" b="1" dirty="0"/>
              <a:t>语义理解</a:t>
            </a:r>
            <a:endParaRPr lang="zh-CN" altLang="en-US" dirty="0"/>
          </a:p>
        </p:txBody>
      </p:sp>
      <p:sp>
        <p:nvSpPr>
          <p:cNvPr id="5" name="文本框 4">
            <a:extLst>
              <a:ext uri="{FF2B5EF4-FFF2-40B4-BE49-F238E27FC236}">
                <a16:creationId xmlns:a16="http://schemas.microsoft.com/office/drawing/2014/main" id="{9339102E-E4F0-2E0C-E965-6495DDFA00EA}"/>
              </a:ext>
            </a:extLst>
          </p:cNvPr>
          <p:cNvSpPr txBox="1"/>
          <p:nvPr/>
        </p:nvSpPr>
        <p:spPr>
          <a:xfrm>
            <a:off x="9452856" y="4625969"/>
            <a:ext cx="1969247" cy="369332"/>
          </a:xfrm>
          <a:prstGeom prst="rect">
            <a:avLst/>
          </a:prstGeom>
          <a:noFill/>
        </p:spPr>
        <p:txBody>
          <a:bodyPr wrap="square">
            <a:spAutoFit/>
          </a:bodyPr>
          <a:lstStyle/>
          <a:p>
            <a:r>
              <a:rPr lang="zh-CN" altLang="en-US" dirty="0"/>
              <a:t>负责 </a:t>
            </a:r>
            <a:r>
              <a:rPr lang="zh-CN" altLang="en-US" b="1" dirty="0"/>
              <a:t>边界细化</a:t>
            </a:r>
            <a:endParaRPr lang="zh-CN" altLang="en-US" dirty="0"/>
          </a:p>
        </p:txBody>
      </p:sp>
    </p:spTree>
    <p:extLst>
      <p:ext uri="{BB962C8B-B14F-4D97-AF65-F5344CB8AC3E}">
        <p14:creationId xmlns:p14="http://schemas.microsoft.com/office/powerpoint/2010/main" val="1125458633"/>
      </p:ext>
    </p:extLst>
  </p:cSld>
  <p:clrMapOvr>
    <a:masterClrMapping/>
  </p:clrMapOvr>
  <p:transition spd="slow">
    <p:push dir="u"/>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7947D0-7A91-0D67-CE88-3575F32AB06B}"/>
            </a:ext>
          </a:extLst>
        </p:cNvPr>
        <p:cNvGrpSpPr/>
        <p:nvPr/>
      </p:nvGrpSpPr>
      <p:grpSpPr>
        <a:xfrm>
          <a:off x="0" y="0"/>
          <a:ext cx="0" cy="0"/>
          <a:chOff x="0" y="0"/>
          <a:chExt cx="0" cy="0"/>
        </a:xfrm>
      </p:grpSpPr>
      <p:sp>
        <p:nvSpPr>
          <p:cNvPr id="339" name="CustomShape 1">
            <a:extLst>
              <a:ext uri="{FF2B5EF4-FFF2-40B4-BE49-F238E27FC236}">
                <a16:creationId xmlns:a16="http://schemas.microsoft.com/office/drawing/2014/main" id="{756D6283-310B-52FE-8928-A00DA501E084}"/>
              </a:ext>
            </a:extLst>
          </p:cNvPr>
          <p:cNvSpPr/>
          <p:nvPr/>
        </p:nvSpPr>
        <p:spPr>
          <a:xfrm>
            <a:off x="0" y="254160"/>
            <a:ext cx="607680" cy="236160"/>
          </a:xfrm>
          <a:prstGeom prst="rect">
            <a:avLst/>
          </a:prstGeom>
          <a:solidFill>
            <a:srgbClr val="044875"/>
          </a:solidFill>
          <a:ln w="25560">
            <a:noFill/>
          </a:ln>
        </p:spPr>
        <p:style>
          <a:lnRef idx="0">
            <a:srgbClr val="FFFFFF"/>
          </a:lnRef>
          <a:fillRef idx="0">
            <a:srgbClr val="FFFFFF"/>
          </a:fillRef>
          <a:effectRef idx="0">
            <a:srgbClr val="FFFFFF"/>
          </a:effectRef>
          <a:fontRef idx="minor"/>
        </p:style>
      </p:sp>
      <p:sp>
        <p:nvSpPr>
          <p:cNvPr id="340" name="CustomShape 2">
            <a:extLst>
              <a:ext uri="{FF2B5EF4-FFF2-40B4-BE49-F238E27FC236}">
                <a16:creationId xmlns:a16="http://schemas.microsoft.com/office/drawing/2014/main" id="{9C05EFE9-0069-BB24-E2CE-80643B671DD2}"/>
              </a:ext>
            </a:extLst>
          </p:cNvPr>
          <p:cNvSpPr/>
          <p:nvPr/>
        </p:nvSpPr>
        <p:spPr>
          <a:xfrm>
            <a:off x="3492500" y="254000"/>
            <a:ext cx="8697595" cy="236220"/>
          </a:xfrm>
          <a:prstGeom prst="rect">
            <a:avLst/>
          </a:prstGeom>
          <a:solidFill>
            <a:srgbClr val="044875"/>
          </a:solidFill>
          <a:ln w="25560">
            <a:noFill/>
          </a:ln>
        </p:spPr>
        <p:style>
          <a:lnRef idx="0">
            <a:srgbClr val="FFFFFF"/>
          </a:lnRef>
          <a:fillRef idx="0">
            <a:srgbClr val="FFFFFF"/>
          </a:fillRef>
          <a:effectRef idx="0">
            <a:srgbClr val="FFFFFF"/>
          </a:effectRef>
          <a:fontRef idx="minor"/>
        </p:style>
      </p:sp>
      <p:sp>
        <p:nvSpPr>
          <p:cNvPr id="341" name="CustomShape 3">
            <a:extLst>
              <a:ext uri="{FF2B5EF4-FFF2-40B4-BE49-F238E27FC236}">
                <a16:creationId xmlns:a16="http://schemas.microsoft.com/office/drawing/2014/main" id="{27D4EF6A-0381-85EE-33F5-C3CF68982FD4}"/>
              </a:ext>
            </a:extLst>
          </p:cNvPr>
          <p:cNvSpPr/>
          <p:nvPr/>
        </p:nvSpPr>
        <p:spPr>
          <a:xfrm>
            <a:off x="646430" y="144145"/>
            <a:ext cx="2945130" cy="460211"/>
          </a:xfrm>
          <a:prstGeom prst="rect">
            <a:avLst/>
          </a:prstGeom>
          <a:noFill/>
          <a:ln>
            <a:noFill/>
          </a:ln>
        </p:spPr>
        <p:style>
          <a:lnRef idx="0">
            <a:srgbClr val="FFFFFF"/>
          </a:lnRef>
          <a:fillRef idx="0">
            <a:srgbClr val="FFFFFF"/>
          </a:fillRef>
          <a:effectRef idx="0">
            <a:srgbClr val="FFFFFF"/>
          </a:effectRef>
          <a:fontRef idx="minor"/>
        </p:style>
        <p:txBody>
          <a:bodyPr wrap="square" lIns="90000" tIns="45000" rIns="90000" bIns="45000">
            <a:spAutoFit/>
          </a:bodyPr>
          <a:lstStyle/>
          <a:p>
            <a:pPr>
              <a:lnSpc>
                <a:spcPct val="100000"/>
              </a:lnSpc>
              <a:spcBef>
                <a:spcPts val="1200"/>
              </a:spcBef>
              <a:tabLst>
                <a:tab pos="0" algn="l"/>
              </a:tabLst>
            </a:pPr>
            <a:r>
              <a:rPr lang="zh-CN" sz="2400" b="0" strike="noStrike" spc="-1" dirty="0">
                <a:solidFill>
                  <a:srgbClr val="404040"/>
                </a:solidFill>
                <a:latin typeface="微软雅黑" panose="020B0503020204020204" charset="-122"/>
                <a:ea typeface="微软雅黑" panose="020B0503020204020204" charset="-122"/>
              </a:rPr>
              <a:t>研究点二</a:t>
            </a:r>
            <a:r>
              <a:rPr lang="zh-CN" altLang="en-US" sz="2400" b="1" dirty="0">
                <a:solidFill>
                  <a:prstClr val="black"/>
                </a:solidFill>
                <a:latin typeface="等线" panose="020F0502020204030204"/>
                <a:ea typeface="等线" panose="02010600030101010101" pitchFamily="2" charset="-122"/>
              </a:rPr>
              <a:t>语义分割</a:t>
            </a:r>
            <a:endParaRPr lang="en-US" sz="2400" b="0" strike="noStrike" spc="-1" dirty="0">
              <a:latin typeface="Arial" panose="020B0604020202020204"/>
            </a:endParaRPr>
          </a:p>
        </p:txBody>
      </p:sp>
      <p:sp>
        <p:nvSpPr>
          <p:cNvPr id="342" name="CustomShape 4">
            <a:extLst>
              <a:ext uri="{FF2B5EF4-FFF2-40B4-BE49-F238E27FC236}">
                <a16:creationId xmlns:a16="http://schemas.microsoft.com/office/drawing/2014/main" id="{9625729E-19B2-74DC-6185-73C23800FF43}"/>
              </a:ext>
            </a:extLst>
          </p:cNvPr>
          <p:cNvSpPr/>
          <p:nvPr/>
        </p:nvSpPr>
        <p:spPr>
          <a:xfrm>
            <a:off x="11566440" y="6621480"/>
            <a:ext cx="623520" cy="234720"/>
          </a:xfrm>
          <a:prstGeom prst="rect">
            <a:avLst/>
          </a:prstGeom>
          <a:solidFill>
            <a:srgbClr val="044875"/>
          </a:solidFill>
          <a:ln w="25560">
            <a:noFill/>
          </a:ln>
        </p:spPr>
        <p:style>
          <a:lnRef idx="0">
            <a:srgbClr val="FFFFFF"/>
          </a:lnRef>
          <a:fillRef idx="0">
            <a:srgbClr val="FFFFFF"/>
          </a:fillRef>
          <a:effectRef idx="0">
            <a:srgbClr val="FFFFFF"/>
          </a:effectRef>
          <a:fontRef idx="minor"/>
        </p:style>
      </p:sp>
      <p:sp>
        <p:nvSpPr>
          <p:cNvPr id="343" name="CustomShape 5">
            <a:extLst>
              <a:ext uri="{FF2B5EF4-FFF2-40B4-BE49-F238E27FC236}">
                <a16:creationId xmlns:a16="http://schemas.microsoft.com/office/drawing/2014/main" id="{D85BFF3A-C0C7-C162-A987-2A33589833F9}"/>
              </a:ext>
            </a:extLst>
          </p:cNvPr>
          <p:cNvSpPr/>
          <p:nvPr/>
        </p:nvSpPr>
        <p:spPr>
          <a:xfrm>
            <a:off x="0" y="6621480"/>
            <a:ext cx="10437480" cy="234720"/>
          </a:xfrm>
          <a:prstGeom prst="rect">
            <a:avLst/>
          </a:prstGeom>
          <a:solidFill>
            <a:srgbClr val="044875"/>
          </a:solidFill>
          <a:ln w="25560">
            <a:noFill/>
          </a:ln>
        </p:spPr>
        <p:style>
          <a:lnRef idx="0">
            <a:srgbClr val="FFFFFF"/>
          </a:lnRef>
          <a:fillRef idx="0">
            <a:srgbClr val="FFFFFF"/>
          </a:fillRef>
          <a:effectRef idx="0">
            <a:srgbClr val="FFFFFF"/>
          </a:effectRef>
          <a:fontRef idx="minor"/>
        </p:style>
      </p:sp>
      <p:sp>
        <p:nvSpPr>
          <p:cNvPr id="344" name="CustomShape 6">
            <a:extLst>
              <a:ext uri="{FF2B5EF4-FFF2-40B4-BE49-F238E27FC236}">
                <a16:creationId xmlns:a16="http://schemas.microsoft.com/office/drawing/2014/main" id="{4F7ABF78-60EB-C661-5AAE-D84D913BB8AE}"/>
              </a:ext>
            </a:extLst>
          </p:cNvPr>
          <p:cNvSpPr/>
          <p:nvPr/>
        </p:nvSpPr>
        <p:spPr>
          <a:xfrm>
            <a:off x="10264680" y="6539040"/>
            <a:ext cx="1498320" cy="396240"/>
          </a:xfrm>
          <a:prstGeom prst="rect">
            <a:avLst/>
          </a:prstGeom>
          <a:noFill/>
          <a:ln>
            <a:noFill/>
          </a:ln>
        </p:spPr>
        <p:style>
          <a:lnRef idx="0">
            <a:srgbClr val="FFFFFF"/>
          </a:lnRef>
          <a:fillRef idx="0">
            <a:srgbClr val="FFFFFF"/>
          </a:fillRef>
          <a:effectRef idx="0">
            <a:srgbClr val="FFFFFF"/>
          </a:effectRef>
          <a:fontRef idx="minor"/>
        </p:style>
        <p:txBody>
          <a:bodyPr lIns="90000" tIns="45000" rIns="90000" bIns="45000">
            <a:spAutoFit/>
          </a:bodyPr>
          <a:lstStyle/>
          <a:p>
            <a:pPr algn="ctr">
              <a:lnSpc>
                <a:spcPct val="100000"/>
              </a:lnSpc>
              <a:tabLst>
                <a:tab pos="0" algn="l"/>
              </a:tabLst>
            </a:pPr>
            <a:r>
              <a:rPr lang="en-US" sz="2000" b="0" strike="noStrike" spc="-1" dirty="0">
                <a:solidFill>
                  <a:srgbClr val="044875"/>
                </a:solidFill>
                <a:latin typeface="微软雅黑" panose="020B0503020204020204" charset="-122"/>
                <a:ea typeface="微软雅黑" panose="020B0503020204020204" charset="-122"/>
              </a:rPr>
              <a:t>17</a:t>
            </a:r>
            <a:endParaRPr lang="en-US" sz="2000" b="0" strike="noStrike" spc="-1" dirty="0">
              <a:latin typeface="Arial" panose="020B0604020202020204"/>
            </a:endParaRPr>
          </a:p>
        </p:txBody>
      </p:sp>
      <p:sp>
        <p:nvSpPr>
          <p:cNvPr id="14" name="文本框 13">
            <a:extLst>
              <a:ext uri="{FF2B5EF4-FFF2-40B4-BE49-F238E27FC236}">
                <a16:creationId xmlns:a16="http://schemas.microsoft.com/office/drawing/2014/main" id="{CDE341FA-B72A-38FE-0BDD-9B4415DA16BE}"/>
              </a:ext>
            </a:extLst>
          </p:cNvPr>
          <p:cNvSpPr txBox="1"/>
          <p:nvPr/>
        </p:nvSpPr>
        <p:spPr>
          <a:xfrm>
            <a:off x="479425" y="692785"/>
            <a:ext cx="9639935" cy="369332"/>
          </a:xfrm>
          <a:prstGeom prst="rect">
            <a:avLst/>
          </a:prstGeom>
          <a:noFill/>
        </p:spPr>
        <p:txBody>
          <a:bodyPr wrap="square" rtlCol="0" anchor="t">
            <a:spAutoFit/>
          </a:bodyPr>
          <a:lstStyle/>
          <a:p>
            <a:r>
              <a:rPr lang="zh-CN" b="1" spc="-1" dirty="0">
                <a:solidFill>
                  <a:srgbClr val="3B3838"/>
                </a:solidFill>
                <a:latin typeface="Arial" panose="020B0604020202020204"/>
                <a:ea typeface="宋体" panose="02010600030101010101" pitchFamily="2" charset="-122"/>
                <a:sym typeface="+mn-ea"/>
              </a:rPr>
              <a:t>研究点二</a:t>
            </a:r>
            <a:r>
              <a:rPr lang="zh-CN" altLang="zh-CN" b="1" spc="-1" dirty="0">
                <a:solidFill>
                  <a:srgbClr val="3B3838"/>
                </a:solidFill>
                <a:ea typeface="宋体" panose="02010600030101010101" pitchFamily="2" charset="-122"/>
              </a:rPr>
              <a:t>基于语义分割的动态目标剔除与特征点优化方法</a:t>
            </a:r>
            <a:endParaRPr lang="zh-CN" altLang="en-US" b="1" spc="-1" dirty="0">
              <a:solidFill>
                <a:srgbClr val="3B3838"/>
              </a:solidFill>
              <a:ea typeface="宋体" panose="02010600030101010101" pitchFamily="2" charset="-122"/>
            </a:endParaRPr>
          </a:p>
        </p:txBody>
      </p:sp>
      <p:sp>
        <p:nvSpPr>
          <p:cNvPr id="10" name="文本框 9">
            <a:extLst>
              <a:ext uri="{FF2B5EF4-FFF2-40B4-BE49-F238E27FC236}">
                <a16:creationId xmlns:a16="http://schemas.microsoft.com/office/drawing/2014/main" id="{BEB726F6-7D35-40C1-33AF-01672F217417}"/>
              </a:ext>
            </a:extLst>
          </p:cNvPr>
          <p:cNvSpPr txBox="1"/>
          <p:nvPr/>
        </p:nvSpPr>
        <p:spPr>
          <a:xfrm>
            <a:off x="441325" y="1094043"/>
            <a:ext cx="6094476" cy="523220"/>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rPr>
              <a:t>语义分割网络</a:t>
            </a:r>
            <a:endParaRPr kumimoji="0" lang="zh-CN" altLang="en-US" sz="2000" b="1"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pic>
        <p:nvPicPr>
          <p:cNvPr id="6" name="图片 5">
            <a:extLst>
              <a:ext uri="{FF2B5EF4-FFF2-40B4-BE49-F238E27FC236}">
                <a16:creationId xmlns:a16="http://schemas.microsoft.com/office/drawing/2014/main" id="{DD2424A0-B719-0A49-C5A9-6C9D9C884ACC}"/>
              </a:ext>
            </a:extLst>
          </p:cNvPr>
          <p:cNvPicPr>
            <a:picLocks noChangeAspect="1"/>
          </p:cNvPicPr>
          <p:nvPr/>
        </p:nvPicPr>
        <p:blipFill>
          <a:blip r:embed="rId3"/>
          <a:stretch>
            <a:fillRect/>
          </a:stretch>
        </p:blipFill>
        <p:spPr>
          <a:xfrm>
            <a:off x="2118995" y="1554180"/>
            <a:ext cx="3257550" cy="2343150"/>
          </a:xfrm>
          <a:prstGeom prst="rect">
            <a:avLst/>
          </a:prstGeom>
        </p:spPr>
      </p:pic>
      <p:pic>
        <p:nvPicPr>
          <p:cNvPr id="7" name="图片 6">
            <a:extLst>
              <a:ext uri="{FF2B5EF4-FFF2-40B4-BE49-F238E27FC236}">
                <a16:creationId xmlns:a16="http://schemas.microsoft.com/office/drawing/2014/main" id="{7C4F1BF9-70D7-2C06-F21F-8D7EE4DD2E58}"/>
              </a:ext>
            </a:extLst>
          </p:cNvPr>
          <p:cNvPicPr>
            <a:picLocks noChangeAspect="1"/>
          </p:cNvPicPr>
          <p:nvPr/>
        </p:nvPicPr>
        <p:blipFill>
          <a:blip r:embed="rId4"/>
          <a:stretch>
            <a:fillRect/>
          </a:stretch>
        </p:blipFill>
        <p:spPr>
          <a:xfrm>
            <a:off x="2099945" y="4021155"/>
            <a:ext cx="3276600" cy="2476500"/>
          </a:xfrm>
          <a:prstGeom prst="rect">
            <a:avLst/>
          </a:prstGeom>
        </p:spPr>
      </p:pic>
      <p:pic>
        <p:nvPicPr>
          <p:cNvPr id="8" name="图片 7">
            <a:extLst>
              <a:ext uri="{FF2B5EF4-FFF2-40B4-BE49-F238E27FC236}">
                <a16:creationId xmlns:a16="http://schemas.microsoft.com/office/drawing/2014/main" id="{1AE6B223-76CC-45D0-F36D-AE75DBA58BB7}"/>
              </a:ext>
            </a:extLst>
          </p:cNvPr>
          <p:cNvPicPr>
            <a:picLocks noChangeAspect="1"/>
          </p:cNvPicPr>
          <p:nvPr/>
        </p:nvPicPr>
        <p:blipFill>
          <a:blip r:embed="rId5"/>
          <a:stretch>
            <a:fillRect/>
          </a:stretch>
        </p:blipFill>
        <p:spPr>
          <a:xfrm>
            <a:off x="7841297" y="2364122"/>
            <a:ext cx="3381375" cy="2590800"/>
          </a:xfrm>
          <a:prstGeom prst="rect">
            <a:avLst/>
          </a:prstGeom>
        </p:spPr>
      </p:pic>
      <p:sp>
        <p:nvSpPr>
          <p:cNvPr id="9" name="文本框 8">
            <a:extLst>
              <a:ext uri="{FF2B5EF4-FFF2-40B4-BE49-F238E27FC236}">
                <a16:creationId xmlns:a16="http://schemas.microsoft.com/office/drawing/2014/main" id="{C7B034BA-C084-A5AF-2542-F4B708D7E704}"/>
              </a:ext>
            </a:extLst>
          </p:cNvPr>
          <p:cNvSpPr txBox="1"/>
          <p:nvPr/>
        </p:nvSpPr>
        <p:spPr>
          <a:xfrm>
            <a:off x="5293995" y="2105082"/>
            <a:ext cx="1144905" cy="369332"/>
          </a:xfrm>
          <a:prstGeom prst="rect">
            <a:avLst/>
          </a:prstGeom>
          <a:noFill/>
        </p:spPr>
        <p:txBody>
          <a:bodyPr wrap="square" rtlCol="0">
            <a:spAutoFit/>
          </a:bodyPr>
          <a:lstStyle/>
          <a:p>
            <a:r>
              <a:rPr lang="zh-CN" altLang="en-US" dirty="0"/>
              <a:t>语义分割</a:t>
            </a:r>
          </a:p>
        </p:txBody>
      </p:sp>
      <p:sp>
        <p:nvSpPr>
          <p:cNvPr id="12" name="文本框 11">
            <a:extLst>
              <a:ext uri="{FF2B5EF4-FFF2-40B4-BE49-F238E27FC236}">
                <a16:creationId xmlns:a16="http://schemas.microsoft.com/office/drawing/2014/main" id="{44C282F3-6671-E5F5-16A9-8C9FF288AFAC}"/>
              </a:ext>
            </a:extLst>
          </p:cNvPr>
          <p:cNvSpPr txBox="1"/>
          <p:nvPr/>
        </p:nvSpPr>
        <p:spPr>
          <a:xfrm>
            <a:off x="5390896" y="5074739"/>
            <a:ext cx="1424561" cy="369332"/>
          </a:xfrm>
          <a:prstGeom prst="rect">
            <a:avLst/>
          </a:prstGeom>
          <a:noFill/>
        </p:spPr>
        <p:txBody>
          <a:bodyPr wrap="square" rtlCol="0">
            <a:spAutoFit/>
          </a:bodyPr>
          <a:lstStyle/>
          <a:p>
            <a:r>
              <a:rPr lang="zh-CN" altLang="en-US" dirty="0"/>
              <a:t>特征点提取</a:t>
            </a:r>
          </a:p>
        </p:txBody>
      </p:sp>
      <p:sp>
        <p:nvSpPr>
          <p:cNvPr id="13" name="文本框 12">
            <a:extLst>
              <a:ext uri="{FF2B5EF4-FFF2-40B4-BE49-F238E27FC236}">
                <a16:creationId xmlns:a16="http://schemas.microsoft.com/office/drawing/2014/main" id="{23B47D5E-9D4B-3E98-B946-189A99C30B17}"/>
              </a:ext>
            </a:extLst>
          </p:cNvPr>
          <p:cNvSpPr txBox="1"/>
          <p:nvPr/>
        </p:nvSpPr>
        <p:spPr>
          <a:xfrm>
            <a:off x="8756396" y="5016834"/>
            <a:ext cx="1841754" cy="369332"/>
          </a:xfrm>
          <a:prstGeom prst="rect">
            <a:avLst/>
          </a:prstGeom>
          <a:noFill/>
        </p:spPr>
        <p:txBody>
          <a:bodyPr wrap="square" rtlCol="0">
            <a:spAutoFit/>
          </a:bodyPr>
          <a:lstStyle/>
          <a:p>
            <a:r>
              <a:rPr lang="zh-CN" altLang="en-US" dirty="0"/>
              <a:t>动态目标剔除</a:t>
            </a:r>
          </a:p>
        </p:txBody>
      </p:sp>
      <p:cxnSp>
        <p:nvCxnSpPr>
          <p:cNvPr id="16" name="直接箭头连接符 15">
            <a:extLst>
              <a:ext uri="{FF2B5EF4-FFF2-40B4-BE49-F238E27FC236}">
                <a16:creationId xmlns:a16="http://schemas.microsoft.com/office/drawing/2014/main" id="{105CD56A-D711-0D8C-B981-84578818F4B9}"/>
              </a:ext>
            </a:extLst>
          </p:cNvPr>
          <p:cNvCxnSpPr>
            <a:cxnSpLocks/>
          </p:cNvCxnSpPr>
          <p:nvPr/>
        </p:nvCxnSpPr>
        <p:spPr>
          <a:xfrm>
            <a:off x="5293995" y="2813149"/>
            <a:ext cx="1144905" cy="90848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直接箭头连接符 17">
            <a:extLst>
              <a:ext uri="{FF2B5EF4-FFF2-40B4-BE49-F238E27FC236}">
                <a16:creationId xmlns:a16="http://schemas.microsoft.com/office/drawing/2014/main" id="{825D7441-18EE-5559-7087-E576201CC531}"/>
              </a:ext>
            </a:extLst>
          </p:cNvPr>
          <p:cNvCxnSpPr>
            <a:cxnSpLocks/>
          </p:cNvCxnSpPr>
          <p:nvPr/>
        </p:nvCxnSpPr>
        <p:spPr>
          <a:xfrm flipV="1">
            <a:off x="5293995" y="3670300"/>
            <a:ext cx="1144905" cy="171586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直接箭头连接符 19">
            <a:extLst>
              <a:ext uri="{FF2B5EF4-FFF2-40B4-BE49-F238E27FC236}">
                <a16:creationId xmlns:a16="http://schemas.microsoft.com/office/drawing/2014/main" id="{70A40261-9198-2FEB-5C8F-1972741DE368}"/>
              </a:ext>
            </a:extLst>
          </p:cNvPr>
          <p:cNvCxnSpPr>
            <a:endCxn id="8" idx="1"/>
          </p:cNvCxnSpPr>
          <p:nvPr/>
        </p:nvCxnSpPr>
        <p:spPr>
          <a:xfrm flipV="1">
            <a:off x="6438900" y="3659522"/>
            <a:ext cx="1402397" cy="6211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2" name="文本框 21">
            <a:extLst>
              <a:ext uri="{FF2B5EF4-FFF2-40B4-BE49-F238E27FC236}">
                <a16:creationId xmlns:a16="http://schemas.microsoft.com/office/drawing/2014/main" id="{0EFB87DF-7F19-A235-17CF-F58753F89872}"/>
              </a:ext>
            </a:extLst>
          </p:cNvPr>
          <p:cNvSpPr txBox="1"/>
          <p:nvPr/>
        </p:nvSpPr>
        <p:spPr>
          <a:xfrm>
            <a:off x="6369050" y="4021155"/>
            <a:ext cx="654050" cy="369332"/>
          </a:xfrm>
          <a:prstGeom prst="rect">
            <a:avLst/>
          </a:prstGeom>
          <a:noFill/>
        </p:spPr>
        <p:txBody>
          <a:bodyPr wrap="square" rtlCol="0">
            <a:spAutoFit/>
          </a:bodyPr>
          <a:lstStyle/>
          <a:p>
            <a:r>
              <a:rPr lang="zh-CN" altLang="en-US" dirty="0"/>
              <a:t>融合</a:t>
            </a:r>
          </a:p>
        </p:txBody>
      </p:sp>
    </p:spTree>
    <p:extLst>
      <p:ext uri="{BB962C8B-B14F-4D97-AF65-F5344CB8AC3E}">
        <p14:creationId xmlns:p14="http://schemas.microsoft.com/office/powerpoint/2010/main" val="1844264583"/>
      </p:ext>
    </p:extLst>
  </p:cSld>
  <p:clrMapOvr>
    <a:masterClrMapping/>
  </p:clrMapOvr>
  <p:transition spd="slow">
    <p:push dir="u"/>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5" name="CustomShape 1"/>
          <p:cNvSpPr/>
          <p:nvPr/>
        </p:nvSpPr>
        <p:spPr>
          <a:xfrm>
            <a:off x="0" y="2014560"/>
            <a:ext cx="12190320" cy="2847600"/>
          </a:xfrm>
          <a:prstGeom prst="rect">
            <a:avLst/>
          </a:prstGeom>
          <a:solidFill>
            <a:srgbClr val="044875"/>
          </a:solidFill>
          <a:ln w="25560">
            <a:noFill/>
          </a:ln>
        </p:spPr>
        <p:style>
          <a:lnRef idx="0">
            <a:srgbClr val="FFFFFF"/>
          </a:lnRef>
          <a:fillRef idx="0">
            <a:srgbClr val="FFFFFF"/>
          </a:fillRef>
          <a:effectRef idx="0">
            <a:srgbClr val="FFFFFF"/>
          </a:effectRef>
          <a:fontRef idx="minor"/>
        </p:style>
      </p:sp>
      <p:sp>
        <p:nvSpPr>
          <p:cNvPr id="586" name="CustomShape 2"/>
          <p:cNvSpPr/>
          <p:nvPr/>
        </p:nvSpPr>
        <p:spPr>
          <a:xfrm>
            <a:off x="0" y="2664000"/>
            <a:ext cx="1095120" cy="539640"/>
          </a:xfrm>
          <a:prstGeom prst="rect">
            <a:avLst/>
          </a:prstGeom>
          <a:solidFill>
            <a:srgbClr val="D6E0E6"/>
          </a:solidFill>
          <a:ln w="25560">
            <a:noFill/>
          </a:ln>
        </p:spPr>
        <p:style>
          <a:lnRef idx="0">
            <a:srgbClr val="FFFFFF"/>
          </a:lnRef>
          <a:fillRef idx="0">
            <a:srgbClr val="FFFFFF"/>
          </a:fillRef>
          <a:effectRef idx="0">
            <a:srgbClr val="FFFFFF"/>
          </a:effectRef>
          <a:fontRef idx="minor"/>
        </p:style>
      </p:sp>
      <p:sp>
        <p:nvSpPr>
          <p:cNvPr id="587" name="CustomShape 3"/>
          <p:cNvSpPr/>
          <p:nvPr/>
        </p:nvSpPr>
        <p:spPr>
          <a:xfrm>
            <a:off x="946080" y="2000160"/>
            <a:ext cx="1537920" cy="1842120"/>
          </a:xfrm>
          <a:prstGeom prst="rect">
            <a:avLst/>
          </a:prstGeom>
          <a:noFill/>
          <a:ln>
            <a:noFill/>
          </a:ln>
        </p:spPr>
        <p:style>
          <a:lnRef idx="0">
            <a:srgbClr val="FFFFFF"/>
          </a:lnRef>
          <a:fillRef idx="0">
            <a:srgbClr val="FFFFFF"/>
          </a:fillRef>
          <a:effectRef idx="0">
            <a:srgbClr val="FFFFFF"/>
          </a:effectRef>
          <a:fontRef idx="minor"/>
        </p:style>
        <p:txBody>
          <a:bodyPr lIns="90000" tIns="45000" rIns="90000" bIns="45000">
            <a:spAutoFit/>
          </a:bodyPr>
          <a:lstStyle/>
          <a:p>
            <a:pPr algn="ctr">
              <a:lnSpc>
                <a:spcPct val="100000"/>
              </a:lnSpc>
              <a:tabLst>
                <a:tab pos="0" algn="l"/>
              </a:tabLst>
            </a:pPr>
            <a:r>
              <a:rPr lang="en-US" sz="11500" b="0" strike="noStrike" spc="-1">
                <a:solidFill>
                  <a:srgbClr val="FFFFFF"/>
                </a:solidFill>
                <a:latin typeface="Impact" panose="020B0806030902050204"/>
                <a:ea typeface="宋体" panose="02010600030101010101" pitchFamily="2" charset="-122"/>
              </a:rPr>
              <a:t>3</a:t>
            </a:r>
            <a:endParaRPr lang="en-US" sz="11500" b="0" strike="noStrike" spc="-1">
              <a:latin typeface="Arial" panose="020B0604020202020204"/>
            </a:endParaRPr>
          </a:p>
        </p:txBody>
      </p:sp>
      <p:sp>
        <p:nvSpPr>
          <p:cNvPr id="588" name="CustomShape 4"/>
          <p:cNvSpPr/>
          <p:nvPr/>
        </p:nvSpPr>
        <p:spPr>
          <a:xfrm>
            <a:off x="419040" y="2638440"/>
            <a:ext cx="569880" cy="577080"/>
          </a:xfrm>
          <a:prstGeom prst="rect">
            <a:avLst/>
          </a:prstGeom>
          <a:noFill/>
          <a:ln>
            <a:noFill/>
          </a:ln>
        </p:spPr>
        <p:style>
          <a:lnRef idx="0">
            <a:srgbClr val="FFFFFF"/>
          </a:lnRef>
          <a:fillRef idx="0">
            <a:srgbClr val="FFFFFF"/>
          </a:fillRef>
          <a:effectRef idx="0">
            <a:srgbClr val="FFFFFF"/>
          </a:effectRef>
          <a:fontRef idx="minor"/>
        </p:style>
        <p:txBody>
          <a:bodyPr lIns="90000" tIns="45000" rIns="90000" bIns="45000">
            <a:spAutoFit/>
          </a:bodyPr>
          <a:lstStyle/>
          <a:p>
            <a:pPr>
              <a:lnSpc>
                <a:spcPct val="100000"/>
              </a:lnSpc>
              <a:tabLst>
                <a:tab pos="0" algn="l"/>
              </a:tabLst>
            </a:pPr>
            <a:r>
              <a:rPr lang="zh-CN" sz="3200" b="1" strike="noStrike" spc="-1">
                <a:solidFill>
                  <a:srgbClr val="044875"/>
                </a:solidFill>
                <a:latin typeface="微软雅黑" panose="020B0503020204020204" charset="-122"/>
                <a:ea typeface="微软雅黑" panose="020B0503020204020204" charset="-122"/>
              </a:rPr>
              <a:t>第</a:t>
            </a:r>
            <a:endParaRPr lang="en-US" sz="3200" b="0" strike="noStrike" spc="-1">
              <a:latin typeface="Arial" panose="020B0604020202020204"/>
            </a:endParaRPr>
          </a:p>
        </p:txBody>
      </p:sp>
      <p:sp>
        <p:nvSpPr>
          <p:cNvPr id="589" name="CustomShape 5"/>
          <p:cNvSpPr/>
          <p:nvPr/>
        </p:nvSpPr>
        <p:spPr>
          <a:xfrm>
            <a:off x="2498760" y="2664000"/>
            <a:ext cx="9691560" cy="539640"/>
          </a:xfrm>
          <a:prstGeom prst="rect">
            <a:avLst/>
          </a:prstGeom>
          <a:solidFill>
            <a:srgbClr val="D6E0E6"/>
          </a:solidFill>
          <a:ln w="25560">
            <a:noFill/>
          </a:ln>
        </p:spPr>
        <p:style>
          <a:lnRef idx="0">
            <a:srgbClr val="FFFFFF"/>
          </a:lnRef>
          <a:fillRef idx="0">
            <a:srgbClr val="FFFFFF"/>
          </a:fillRef>
          <a:effectRef idx="0">
            <a:srgbClr val="FFFFFF"/>
          </a:effectRef>
          <a:fontRef idx="minor"/>
        </p:style>
      </p:sp>
      <p:sp>
        <p:nvSpPr>
          <p:cNvPr id="590" name="CustomShape 6"/>
          <p:cNvSpPr/>
          <p:nvPr/>
        </p:nvSpPr>
        <p:spPr>
          <a:xfrm>
            <a:off x="2525760" y="2638440"/>
            <a:ext cx="1765080" cy="577080"/>
          </a:xfrm>
          <a:prstGeom prst="rect">
            <a:avLst/>
          </a:prstGeom>
          <a:noFill/>
          <a:ln>
            <a:noFill/>
          </a:ln>
        </p:spPr>
        <p:style>
          <a:lnRef idx="0">
            <a:srgbClr val="FFFFFF"/>
          </a:lnRef>
          <a:fillRef idx="0">
            <a:srgbClr val="FFFFFF"/>
          </a:fillRef>
          <a:effectRef idx="0">
            <a:srgbClr val="FFFFFF"/>
          </a:effectRef>
          <a:fontRef idx="minor"/>
        </p:style>
        <p:txBody>
          <a:bodyPr lIns="90000" tIns="45000" rIns="90000" bIns="45000">
            <a:spAutoFit/>
          </a:bodyPr>
          <a:lstStyle/>
          <a:p>
            <a:pPr>
              <a:lnSpc>
                <a:spcPct val="100000"/>
              </a:lnSpc>
              <a:tabLst>
                <a:tab pos="0" algn="l"/>
              </a:tabLst>
            </a:pPr>
            <a:r>
              <a:rPr lang="zh-CN" sz="3200" b="1" strike="noStrike" spc="-1">
                <a:solidFill>
                  <a:srgbClr val="044875"/>
                </a:solidFill>
                <a:latin typeface="微软雅黑" panose="020B0503020204020204" charset="-122"/>
                <a:ea typeface="微软雅黑" panose="020B0503020204020204" charset="-122"/>
              </a:rPr>
              <a:t>部分</a:t>
            </a:r>
            <a:endParaRPr lang="en-US" sz="3200" b="0" strike="noStrike" spc="-1">
              <a:latin typeface="Arial" panose="020B0604020202020204"/>
            </a:endParaRPr>
          </a:p>
        </p:txBody>
      </p:sp>
      <p:sp>
        <p:nvSpPr>
          <p:cNvPr id="591" name="CustomShape 7"/>
          <p:cNvSpPr/>
          <p:nvPr/>
        </p:nvSpPr>
        <p:spPr>
          <a:xfrm>
            <a:off x="6791400" y="3632040"/>
            <a:ext cx="5725800" cy="827405"/>
          </a:xfrm>
          <a:prstGeom prst="rect">
            <a:avLst/>
          </a:prstGeom>
          <a:noFill/>
          <a:ln>
            <a:noFill/>
          </a:ln>
        </p:spPr>
        <p:style>
          <a:lnRef idx="0">
            <a:srgbClr val="FFFFFF"/>
          </a:lnRef>
          <a:fillRef idx="0">
            <a:srgbClr val="FFFFFF"/>
          </a:fillRef>
          <a:effectRef idx="0">
            <a:srgbClr val="FFFFFF"/>
          </a:effectRef>
          <a:fontRef idx="minor"/>
        </p:style>
        <p:txBody>
          <a:bodyPr lIns="90000" tIns="45000" rIns="90000" bIns="45000">
            <a:spAutoFit/>
          </a:bodyPr>
          <a:lstStyle/>
          <a:p>
            <a:pPr algn="ctr">
              <a:lnSpc>
                <a:spcPct val="100000"/>
              </a:lnSpc>
              <a:tabLst>
                <a:tab pos="0" algn="l"/>
              </a:tabLst>
            </a:pPr>
            <a:r>
              <a:rPr lang="zh-CN" sz="4800" b="1" strike="noStrike" spc="-1">
                <a:solidFill>
                  <a:srgbClr val="FFFFFF"/>
                </a:solidFill>
                <a:latin typeface="微软雅黑" panose="020B0503020204020204" charset="-122"/>
                <a:ea typeface="微软雅黑" panose="020B0503020204020204" charset="-122"/>
              </a:rPr>
              <a:t>中期总结</a:t>
            </a:r>
          </a:p>
        </p:txBody>
      </p:sp>
    </p:spTree>
  </p:cSld>
  <p:clrMapOvr>
    <a:masterClrMapping/>
  </p:clrMapOvr>
  <p:transition spd="slow">
    <p:push dir="u"/>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5" name="CustomShape 1"/>
          <p:cNvSpPr/>
          <p:nvPr/>
        </p:nvSpPr>
        <p:spPr>
          <a:xfrm>
            <a:off x="0" y="0"/>
            <a:ext cx="12190320" cy="806040"/>
          </a:xfrm>
          <a:prstGeom prst="rect">
            <a:avLst/>
          </a:prstGeom>
          <a:solidFill>
            <a:srgbClr val="535353"/>
          </a:solidFill>
          <a:ln w="2556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lgn="ctr">
              <a:lnSpc>
                <a:spcPct val="150000"/>
              </a:lnSpc>
            </a:pPr>
            <a:r>
              <a:rPr lang="zh-CN" altLang="en-US" sz="3200" b="1" strike="noStrike" spc="-1">
                <a:solidFill>
                  <a:srgbClr val="FFFFFF"/>
                </a:solidFill>
                <a:latin typeface="Arial" panose="020B0604020202020204"/>
                <a:ea typeface="微软雅黑" panose="020B0503020204020204" charset="-122"/>
              </a:rPr>
              <a:t>中期总结</a:t>
            </a:r>
          </a:p>
        </p:txBody>
      </p:sp>
      <p:sp>
        <p:nvSpPr>
          <p:cNvPr id="766" name="CustomShape 2"/>
          <p:cNvSpPr/>
          <p:nvPr/>
        </p:nvSpPr>
        <p:spPr>
          <a:xfrm>
            <a:off x="395640" y="967320"/>
            <a:ext cx="182880" cy="459720"/>
          </a:xfrm>
          <a:prstGeom prst="rect">
            <a:avLst/>
          </a:prstGeom>
          <a:noFill/>
          <a:ln>
            <a:noFill/>
          </a:ln>
        </p:spPr>
        <p:style>
          <a:lnRef idx="0">
            <a:srgbClr val="FFFFFF"/>
          </a:lnRef>
          <a:fillRef idx="0">
            <a:srgbClr val="FFFFFF"/>
          </a:fillRef>
          <a:effectRef idx="0">
            <a:srgbClr val="FFFFFF"/>
          </a:effectRef>
          <a:fontRef idx="minor"/>
        </p:style>
      </p:sp>
      <p:sp>
        <p:nvSpPr>
          <p:cNvPr id="767" name="CustomShape 3"/>
          <p:cNvSpPr/>
          <p:nvPr/>
        </p:nvSpPr>
        <p:spPr>
          <a:xfrm>
            <a:off x="11387455" y="6320790"/>
            <a:ext cx="802640" cy="533400"/>
          </a:xfrm>
          <a:prstGeom prst="rect">
            <a:avLst/>
          </a:prstGeom>
          <a:noFill/>
          <a:ln>
            <a:noFill/>
          </a:ln>
        </p:spPr>
        <p:style>
          <a:lnRef idx="0">
            <a:srgbClr val="FFFFFF"/>
          </a:lnRef>
          <a:fillRef idx="0">
            <a:srgbClr val="FFFFFF"/>
          </a:fillRef>
          <a:effectRef idx="0">
            <a:srgbClr val="FFFFFF"/>
          </a:effectRef>
          <a:fontRef idx="minor"/>
        </p:style>
        <p:txBody>
          <a:bodyPr lIns="90000" tIns="45000" rIns="90000" bIns="45000">
            <a:noAutofit/>
          </a:bodyPr>
          <a:lstStyle/>
          <a:p>
            <a:pPr algn="r">
              <a:lnSpc>
                <a:spcPct val="100000"/>
              </a:lnSpc>
            </a:pPr>
            <a:r>
              <a:rPr lang="en-US" sz="1800" b="0" strike="noStrike" spc="-1">
                <a:solidFill>
                  <a:srgbClr val="000002"/>
                </a:solidFill>
                <a:latin typeface="宋体" panose="02010600030101010101" pitchFamily="2" charset="-122"/>
                <a:ea typeface="宋体" panose="02010600030101010101" pitchFamily="2" charset="-122"/>
              </a:rPr>
              <a:t>17  </a:t>
            </a:r>
            <a:endParaRPr lang="en-US" sz="1800" b="0" strike="noStrike" spc="-1">
              <a:latin typeface="Arial" panose="020B0604020202020204"/>
            </a:endParaRPr>
          </a:p>
        </p:txBody>
      </p:sp>
      <p:sp>
        <p:nvSpPr>
          <p:cNvPr id="3" name="文本框 2">
            <a:extLst>
              <a:ext uri="{FF2B5EF4-FFF2-40B4-BE49-F238E27FC236}">
                <a16:creationId xmlns:a16="http://schemas.microsoft.com/office/drawing/2014/main" id="{A42D838D-B58B-AE8E-B400-0CF664C46444}"/>
              </a:ext>
            </a:extLst>
          </p:cNvPr>
          <p:cNvSpPr txBox="1"/>
          <p:nvPr/>
        </p:nvSpPr>
        <p:spPr>
          <a:xfrm>
            <a:off x="1263650" y="2171700"/>
            <a:ext cx="8701087" cy="1938992"/>
          </a:xfrm>
          <a:prstGeom prst="rect">
            <a:avLst/>
          </a:prstGeom>
          <a:noFill/>
        </p:spPr>
        <p:txBody>
          <a:bodyPr wrap="square">
            <a:spAutoFit/>
          </a:bodyPr>
          <a:lstStyle/>
          <a:p>
            <a:pPr indent="457200" fontAlgn="auto">
              <a:lnSpc>
                <a:spcPct val="100000"/>
              </a:lnSpc>
            </a:pPr>
            <a:r>
              <a:rPr lang="zh-CN" altLang="en-US" sz="2000" b="0" strike="noStrike" spc="-1" dirty="0">
                <a:latin typeface="Arial" panose="020B0604020202020204"/>
              </a:rPr>
              <a:t>在思想政治上，我积极向党组织靠拢，拥护中国共产党的领导。认真学习马克思列宁主义，毛泽东思想，邓小平理论，科学发展观，习近平新时代中国特色社会主义思想。</a:t>
            </a:r>
          </a:p>
          <a:p>
            <a:pPr indent="457200" fontAlgn="auto">
              <a:lnSpc>
                <a:spcPct val="100000"/>
              </a:lnSpc>
            </a:pPr>
            <a:r>
              <a:rPr lang="zh-CN" altLang="en-US" sz="2000" b="0" strike="noStrike" spc="-1" dirty="0">
                <a:latin typeface="Arial" panose="020B0604020202020204"/>
              </a:rPr>
              <a:t>在校期间主动加强队政治理论知识的学习，积极参与入党积极分子培训课，切实地提高自己的思想认知。</a:t>
            </a:r>
          </a:p>
          <a:p>
            <a:pPr indent="457200" fontAlgn="auto">
              <a:lnSpc>
                <a:spcPct val="100000"/>
              </a:lnSpc>
            </a:pPr>
            <a:r>
              <a:rPr lang="zh-CN" altLang="en-US" sz="2000" b="0" strike="noStrike" spc="-1" dirty="0">
                <a:latin typeface="Arial" panose="020B0604020202020204"/>
              </a:rPr>
              <a:t>在组织纪律方面，我严格遵守学校校纪校规，不做违规违纪的事。</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DF5A08-E86B-F486-53A5-6EAFAC1DA813}"/>
            </a:ext>
          </a:extLst>
        </p:cNvPr>
        <p:cNvGrpSpPr/>
        <p:nvPr/>
      </p:nvGrpSpPr>
      <p:grpSpPr>
        <a:xfrm>
          <a:off x="0" y="0"/>
          <a:ext cx="0" cy="0"/>
          <a:chOff x="0" y="0"/>
          <a:chExt cx="0" cy="0"/>
        </a:xfrm>
      </p:grpSpPr>
      <p:sp>
        <p:nvSpPr>
          <p:cNvPr id="765" name="CustomShape 1">
            <a:extLst>
              <a:ext uri="{FF2B5EF4-FFF2-40B4-BE49-F238E27FC236}">
                <a16:creationId xmlns:a16="http://schemas.microsoft.com/office/drawing/2014/main" id="{8CB40429-1D25-6C83-E846-F8351E80418B}"/>
              </a:ext>
            </a:extLst>
          </p:cNvPr>
          <p:cNvSpPr/>
          <p:nvPr/>
        </p:nvSpPr>
        <p:spPr>
          <a:xfrm>
            <a:off x="0" y="0"/>
            <a:ext cx="12190320" cy="806040"/>
          </a:xfrm>
          <a:prstGeom prst="rect">
            <a:avLst/>
          </a:prstGeom>
          <a:solidFill>
            <a:srgbClr val="535353"/>
          </a:solidFill>
          <a:ln w="2556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lgn="ctr">
              <a:lnSpc>
                <a:spcPct val="150000"/>
              </a:lnSpc>
            </a:pPr>
            <a:r>
              <a:rPr lang="zh-CN" altLang="en-US" sz="3200" b="1" strike="noStrike" spc="-1">
                <a:solidFill>
                  <a:srgbClr val="FFFFFF"/>
                </a:solidFill>
                <a:latin typeface="Arial" panose="020B0604020202020204"/>
                <a:ea typeface="微软雅黑" panose="020B0503020204020204" charset="-122"/>
              </a:rPr>
              <a:t>中期总结</a:t>
            </a:r>
          </a:p>
        </p:txBody>
      </p:sp>
      <p:sp>
        <p:nvSpPr>
          <p:cNvPr id="766" name="CustomShape 2">
            <a:extLst>
              <a:ext uri="{FF2B5EF4-FFF2-40B4-BE49-F238E27FC236}">
                <a16:creationId xmlns:a16="http://schemas.microsoft.com/office/drawing/2014/main" id="{EC0A6172-6D62-752F-2757-E06D8B9E7AA2}"/>
              </a:ext>
            </a:extLst>
          </p:cNvPr>
          <p:cNvSpPr/>
          <p:nvPr/>
        </p:nvSpPr>
        <p:spPr>
          <a:xfrm>
            <a:off x="395640" y="967320"/>
            <a:ext cx="182880" cy="459720"/>
          </a:xfrm>
          <a:prstGeom prst="rect">
            <a:avLst/>
          </a:prstGeom>
          <a:noFill/>
          <a:ln>
            <a:noFill/>
          </a:ln>
        </p:spPr>
        <p:style>
          <a:lnRef idx="0">
            <a:srgbClr val="FFFFFF"/>
          </a:lnRef>
          <a:fillRef idx="0">
            <a:srgbClr val="FFFFFF"/>
          </a:fillRef>
          <a:effectRef idx="0">
            <a:srgbClr val="FFFFFF"/>
          </a:effectRef>
          <a:fontRef idx="minor"/>
        </p:style>
      </p:sp>
      <p:sp>
        <p:nvSpPr>
          <p:cNvPr id="767" name="CustomShape 3">
            <a:extLst>
              <a:ext uri="{FF2B5EF4-FFF2-40B4-BE49-F238E27FC236}">
                <a16:creationId xmlns:a16="http://schemas.microsoft.com/office/drawing/2014/main" id="{78C1ADDD-2805-774C-9848-8F8FB5C5AEAC}"/>
              </a:ext>
            </a:extLst>
          </p:cNvPr>
          <p:cNvSpPr/>
          <p:nvPr/>
        </p:nvSpPr>
        <p:spPr>
          <a:xfrm>
            <a:off x="11387455" y="6320790"/>
            <a:ext cx="802640" cy="533400"/>
          </a:xfrm>
          <a:prstGeom prst="rect">
            <a:avLst/>
          </a:prstGeom>
          <a:noFill/>
          <a:ln>
            <a:noFill/>
          </a:ln>
        </p:spPr>
        <p:style>
          <a:lnRef idx="0">
            <a:srgbClr val="FFFFFF"/>
          </a:lnRef>
          <a:fillRef idx="0">
            <a:srgbClr val="FFFFFF"/>
          </a:fillRef>
          <a:effectRef idx="0">
            <a:srgbClr val="FFFFFF"/>
          </a:effectRef>
          <a:fontRef idx="minor"/>
        </p:style>
        <p:txBody>
          <a:bodyPr lIns="90000" tIns="45000" rIns="90000" bIns="45000">
            <a:noAutofit/>
          </a:bodyPr>
          <a:lstStyle/>
          <a:p>
            <a:pPr algn="r">
              <a:lnSpc>
                <a:spcPct val="100000"/>
              </a:lnSpc>
            </a:pPr>
            <a:r>
              <a:rPr lang="en-US" sz="1800" b="0" strike="noStrike" spc="-1">
                <a:solidFill>
                  <a:srgbClr val="000002"/>
                </a:solidFill>
                <a:latin typeface="宋体" panose="02010600030101010101" pitchFamily="2" charset="-122"/>
                <a:ea typeface="宋体" panose="02010600030101010101" pitchFamily="2" charset="-122"/>
              </a:rPr>
              <a:t>17  </a:t>
            </a:r>
            <a:endParaRPr lang="en-US" sz="1800" b="0" strike="noStrike" spc="-1">
              <a:latin typeface="Arial" panose="020B0604020202020204"/>
            </a:endParaRPr>
          </a:p>
        </p:txBody>
      </p:sp>
      <p:graphicFrame>
        <p:nvGraphicFramePr>
          <p:cNvPr id="4" name="表格 3">
            <a:extLst>
              <a:ext uri="{FF2B5EF4-FFF2-40B4-BE49-F238E27FC236}">
                <a16:creationId xmlns:a16="http://schemas.microsoft.com/office/drawing/2014/main" id="{D037929D-8DDD-61CD-CA97-A8B20D4B5A3C}"/>
              </a:ext>
            </a:extLst>
          </p:cNvPr>
          <p:cNvGraphicFramePr>
            <a:graphicFrameLocks noGrp="1"/>
          </p:cNvGraphicFramePr>
          <p:nvPr>
            <p:extLst>
              <p:ext uri="{D42A27DB-BD31-4B8C-83A1-F6EECF244321}">
                <p14:modId xmlns:p14="http://schemas.microsoft.com/office/powerpoint/2010/main" val="204611495"/>
              </p:ext>
            </p:extLst>
          </p:nvPr>
        </p:nvGraphicFramePr>
        <p:xfrm>
          <a:off x="609600" y="1554480"/>
          <a:ext cx="10372344" cy="4219061"/>
        </p:xfrm>
        <a:graphic>
          <a:graphicData uri="http://schemas.openxmlformats.org/drawingml/2006/table">
            <a:tbl>
              <a:tblPr firstRow="1" bandRow="1">
                <a:tableStyleId>{5C22544A-7EE6-4342-B048-85BDC9FD1C3A}</a:tableStyleId>
              </a:tblPr>
              <a:tblGrid>
                <a:gridCol w="2226519">
                  <a:extLst>
                    <a:ext uri="{9D8B030D-6E8A-4147-A177-3AD203B41FA5}">
                      <a16:colId xmlns:a16="http://schemas.microsoft.com/office/drawing/2014/main" val="2081073824"/>
                    </a:ext>
                  </a:extLst>
                </a:gridCol>
                <a:gridCol w="2715275">
                  <a:extLst>
                    <a:ext uri="{9D8B030D-6E8A-4147-A177-3AD203B41FA5}">
                      <a16:colId xmlns:a16="http://schemas.microsoft.com/office/drawing/2014/main" val="3530870211"/>
                    </a:ext>
                  </a:extLst>
                </a:gridCol>
                <a:gridCol w="2715275">
                  <a:extLst>
                    <a:ext uri="{9D8B030D-6E8A-4147-A177-3AD203B41FA5}">
                      <a16:colId xmlns:a16="http://schemas.microsoft.com/office/drawing/2014/main" val="938010715"/>
                    </a:ext>
                  </a:extLst>
                </a:gridCol>
                <a:gridCol w="2715275">
                  <a:extLst>
                    <a:ext uri="{9D8B030D-6E8A-4147-A177-3AD203B41FA5}">
                      <a16:colId xmlns:a16="http://schemas.microsoft.com/office/drawing/2014/main" val="1720065432"/>
                    </a:ext>
                  </a:extLst>
                </a:gridCol>
              </a:tblGrid>
              <a:tr h="436733">
                <a:tc>
                  <a:txBody>
                    <a:bodyPr/>
                    <a:lstStyle/>
                    <a:p>
                      <a:pPr algn="ctr"/>
                      <a:r>
                        <a:rPr lang="zh-CN" altLang="en-US" sz="1300" baseline="0" dirty="0"/>
                        <a:t>课程名称</a:t>
                      </a:r>
                      <a:endParaRPr lang="zh-CN" altLang="en-US" sz="1300" baseline="0" dirty="0">
                        <a:latin typeface="Times New Roman" panose="02020603050405020304" pitchFamily="18" charset="0"/>
                        <a:ea typeface="宋体" panose="02010600030101010101" pitchFamily="2" charset="-122"/>
                      </a:endParaRPr>
                    </a:p>
                  </a:txBody>
                  <a:tcPr anchor="ctr"/>
                </a:tc>
                <a:tc>
                  <a:txBody>
                    <a:bodyPr/>
                    <a:lstStyle/>
                    <a:p>
                      <a:pPr algn="ctr"/>
                      <a:r>
                        <a:rPr lang="zh-CN" altLang="en-US" sz="1300" baseline="0" dirty="0"/>
                        <a:t>成绩</a:t>
                      </a:r>
                      <a:endParaRPr lang="zh-CN" altLang="en-US" sz="1300" baseline="0" dirty="0">
                        <a:latin typeface="Times New Roman" panose="02020603050405020304" pitchFamily="18" charset="0"/>
                        <a:ea typeface="宋体" panose="02010600030101010101" pitchFamily="2" charset="-122"/>
                      </a:endParaRPr>
                    </a:p>
                  </a:txBody>
                  <a:tcPr anchor="ctr"/>
                </a:tc>
                <a:tc>
                  <a:txBody>
                    <a:bodyPr/>
                    <a:lstStyle/>
                    <a:p>
                      <a:pPr algn="ctr"/>
                      <a:r>
                        <a:rPr lang="zh-CN" altLang="en-US" sz="1300" baseline="0" dirty="0"/>
                        <a:t>课程名称</a:t>
                      </a:r>
                      <a:endParaRPr lang="zh-CN" altLang="en-US" sz="1300" baseline="0" dirty="0">
                        <a:latin typeface="Times New Roman" panose="02020603050405020304" pitchFamily="18" charset="0"/>
                        <a:ea typeface="宋体" panose="02010600030101010101" pitchFamily="2" charset="-122"/>
                      </a:endParaRPr>
                    </a:p>
                  </a:txBody>
                  <a:tcPr anchor="ctr"/>
                </a:tc>
                <a:tc>
                  <a:txBody>
                    <a:bodyPr/>
                    <a:lstStyle/>
                    <a:p>
                      <a:pPr algn="ctr"/>
                      <a:r>
                        <a:rPr lang="zh-CN" altLang="en-US" sz="1300" baseline="0" dirty="0"/>
                        <a:t>成绩</a:t>
                      </a:r>
                      <a:endParaRPr lang="zh-CN" altLang="en-US" sz="1300" baseline="0" dirty="0">
                        <a:latin typeface="Times New Roman" panose="02020603050405020304" pitchFamily="18" charset="0"/>
                        <a:ea typeface="宋体" panose="02010600030101010101" pitchFamily="2" charset="-122"/>
                      </a:endParaRPr>
                    </a:p>
                  </a:txBody>
                  <a:tcPr anchor="ctr"/>
                </a:tc>
                <a:extLst>
                  <a:ext uri="{0D108BD9-81ED-4DB2-BD59-A6C34878D82A}">
                    <a16:rowId xmlns:a16="http://schemas.microsoft.com/office/drawing/2014/main" val="1909959492"/>
                  </a:ext>
                </a:extLst>
              </a:tr>
              <a:tr h="514098">
                <a:tc>
                  <a:txBody>
                    <a:bodyPr/>
                    <a:lstStyle/>
                    <a:p>
                      <a:pPr algn="ctr" fontAlgn="b"/>
                      <a:r>
                        <a:rPr lang="zh-CN" altLang="en-US" sz="1800" kern="1200" dirty="0">
                          <a:solidFill>
                            <a:schemeClr val="dk1"/>
                          </a:solidFill>
                          <a:effectLst/>
                          <a:latin typeface="MicrosoftYaHei"/>
                          <a:ea typeface="+mn-ea"/>
                          <a:cs typeface="+mn-cs"/>
                        </a:rPr>
                        <a:t>中特</a:t>
                      </a:r>
                    </a:p>
                  </a:txBody>
                  <a:tcPr marL="7620" marR="7620" marT="7620" marB="0" anchor="ctr"/>
                </a:tc>
                <a:tc>
                  <a:txBody>
                    <a:bodyPr/>
                    <a:lstStyle/>
                    <a:p>
                      <a:pPr marL="0" algn="ctr" defTabSz="914400" rtl="0" eaLnBrk="1" fontAlgn="b" latinLnBrk="0" hangingPunct="1"/>
                      <a:r>
                        <a:rPr lang="en-US" altLang="zh-CN" sz="1500" kern="1200" dirty="0">
                          <a:solidFill>
                            <a:schemeClr val="dk1"/>
                          </a:solidFill>
                          <a:latin typeface="+mn-lt"/>
                          <a:ea typeface="+mn-ea"/>
                          <a:cs typeface="+mn-cs"/>
                        </a:rPr>
                        <a:t>76</a:t>
                      </a:r>
                    </a:p>
                  </a:txBody>
                  <a:tcPr marL="7620" marR="7620" marT="7620" marB="0" anchor="ctr"/>
                </a:tc>
                <a:tc>
                  <a:txBody>
                    <a:bodyPr/>
                    <a:lstStyle/>
                    <a:p>
                      <a:pPr marL="0" algn="ctr" defTabSz="914400" rtl="0" eaLnBrk="1" fontAlgn="b" latinLnBrk="0" hangingPunct="1"/>
                      <a:r>
                        <a:rPr lang="zh-CN" altLang="en-US" sz="1500" b="0" u="none" strike="noStrike" kern="1200" baseline="0" dirty="0">
                          <a:solidFill>
                            <a:srgbClr val="000000"/>
                          </a:solidFill>
                          <a:effectLst/>
                          <a:latin typeface="+mn-lt"/>
                          <a:ea typeface="+mn-ea"/>
                          <a:cs typeface="+mn-cs"/>
                        </a:rPr>
                        <a:t>线性系统理论</a:t>
                      </a:r>
                    </a:p>
                  </a:txBody>
                  <a:tcPr marL="7620" marR="7620" marT="7620" marB="0" anchor="ctr"/>
                </a:tc>
                <a:tc>
                  <a:txBody>
                    <a:bodyPr/>
                    <a:lstStyle/>
                    <a:p>
                      <a:pPr marL="0" algn="ctr" defTabSz="914400" rtl="0" eaLnBrk="1" fontAlgn="b" latinLnBrk="0" hangingPunct="1"/>
                      <a:r>
                        <a:rPr lang="en-US" altLang="zh-CN" sz="1500" kern="1200" dirty="0">
                          <a:solidFill>
                            <a:schemeClr val="dk1"/>
                          </a:solidFill>
                          <a:latin typeface="+mn-lt"/>
                          <a:ea typeface="+mn-ea"/>
                          <a:cs typeface="+mn-cs"/>
                        </a:rPr>
                        <a:t>76</a:t>
                      </a:r>
                    </a:p>
                  </a:txBody>
                  <a:tcPr marL="7620" marR="7620" marT="7620" marB="0" anchor="ctr"/>
                </a:tc>
                <a:extLst>
                  <a:ext uri="{0D108BD9-81ED-4DB2-BD59-A6C34878D82A}">
                    <a16:rowId xmlns:a16="http://schemas.microsoft.com/office/drawing/2014/main" val="1635211294"/>
                  </a:ext>
                </a:extLst>
              </a:tr>
              <a:tr h="436733">
                <a:tc>
                  <a:txBody>
                    <a:bodyPr/>
                    <a:lstStyle/>
                    <a:p>
                      <a:pPr algn="ctr"/>
                      <a:r>
                        <a:rPr lang="zh-CN" altLang="en-US" dirty="0">
                          <a:effectLst/>
                          <a:latin typeface="MicrosoftYaHei"/>
                        </a:rPr>
                        <a:t>自然辨证法</a:t>
                      </a:r>
                    </a:p>
                  </a:txBody>
                  <a:tcPr anchor="ctr"/>
                </a:tc>
                <a:tc>
                  <a:txBody>
                    <a:bodyPr/>
                    <a:lstStyle/>
                    <a:p>
                      <a:pPr marL="0" algn="ctr" defTabSz="914400" rtl="0" eaLnBrk="1" fontAlgn="b" latinLnBrk="0" hangingPunct="1"/>
                      <a:r>
                        <a:rPr lang="en-US" altLang="zh-CN" sz="1500" kern="1200" dirty="0">
                          <a:solidFill>
                            <a:schemeClr val="dk1"/>
                          </a:solidFill>
                          <a:latin typeface="+mn-lt"/>
                          <a:ea typeface="+mn-ea"/>
                          <a:cs typeface="+mn-cs"/>
                        </a:rPr>
                        <a:t>87</a:t>
                      </a:r>
                    </a:p>
                  </a:txBody>
                  <a:tcPr marL="7620" marR="7620" marT="7620" marB="0" anchor="ctr"/>
                </a:tc>
                <a:tc>
                  <a:txBody>
                    <a:bodyPr/>
                    <a:lstStyle/>
                    <a:p>
                      <a:pPr marL="0" algn="ctr" defTabSz="914400" rtl="0" eaLnBrk="1" fontAlgn="b" latinLnBrk="0" hangingPunct="1"/>
                      <a:r>
                        <a:rPr lang="zh-CN" altLang="en-US" sz="1500" b="0" u="none" strike="noStrike" kern="1200" baseline="0" dirty="0">
                          <a:solidFill>
                            <a:srgbClr val="000000"/>
                          </a:solidFill>
                          <a:effectLst/>
                          <a:latin typeface="+mn-lt"/>
                          <a:ea typeface="+mn-ea"/>
                          <a:cs typeface="+mn-cs"/>
                        </a:rPr>
                        <a:t>机器人控制技术</a:t>
                      </a:r>
                    </a:p>
                  </a:txBody>
                  <a:tcPr marL="7620" marR="7620" marT="7620" marB="0" anchor="ctr"/>
                </a:tc>
                <a:tc>
                  <a:txBody>
                    <a:bodyPr/>
                    <a:lstStyle/>
                    <a:p>
                      <a:pPr marL="0" algn="ctr" defTabSz="914400" rtl="0" eaLnBrk="1" fontAlgn="b" latinLnBrk="0" hangingPunct="1"/>
                      <a:r>
                        <a:rPr lang="en-US" altLang="zh-CN" sz="1500" kern="1200" dirty="0">
                          <a:solidFill>
                            <a:schemeClr val="dk1"/>
                          </a:solidFill>
                          <a:latin typeface="+mn-lt"/>
                          <a:ea typeface="+mn-ea"/>
                          <a:cs typeface="+mn-cs"/>
                        </a:rPr>
                        <a:t>84</a:t>
                      </a:r>
                    </a:p>
                  </a:txBody>
                  <a:tcPr marL="7620" marR="7620" marT="7620" marB="0" anchor="ctr"/>
                </a:tc>
                <a:extLst>
                  <a:ext uri="{0D108BD9-81ED-4DB2-BD59-A6C34878D82A}">
                    <a16:rowId xmlns:a16="http://schemas.microsoft.com/office/drawing/2014/main" val="1454596979"/>
                  </a:ext>
                </a:extLst>
              </a:tr>
              <a:tr h="436733">
                <a:tc>
                  <a:txBody>
                    <a:bodyPr/>
                    <a:lstStyle/>
                    <a:p>
                      <a:pPr algn="ctr"/>
                      <a:r>
                        <a:rPr lang="zh-CN" altLang="en-US" dirty="0">
                          <a:effectLst/>
                          <a:latin typeface="MicrosoftYaHei"/>
                        </a:rPr>
                        <a:t>英语（专硕）</a:t>
                      </a:r>
                    </a:p>
                  </a:txBody>
                  <a:tcPr anchor="ctr"/>
                </a:tc>
                <a:tc>
                  <a:txBody>
                    <a:bodyPr/>
                    <a:lstStyle/>
                    <a:p>
                      <a:pPr marL="0" algn="ctr" defTabSz="914400" rtl="0" eaLnBrk="1" fontAlgn="b" latinLnBrk="0" hangingPunct="1"/>
                      <a:r>
                        <a:rPr lang="en-US" altLang="zh-CN" sz="1500" kern="1200" dirty="0">
                          <a:solidFill>
                            <a:schemeClr val="dk1"/>
                          </a:solidFill>
                          <a:latin typeface="+mn-lt"/>
                          <a:ea typeface="+mn-ea"/>
                          <a:cs typeface="+mn-cs"/>
                        </a:rPr>
                        <a:t>77</a:t>
                      </a:r>
                    </a:p>
                  </a:txBody>
                  <a:tcPr marL="7620" marR="7620" marT="7620" marB="0" anchor="ctr"/>
                </a:tc>
                <a:tc>
                  <a:txBody>
                    <a:bodyPr/>
                    <a:lstStyle/>
                    <a:p>
                      <a:pPr algn="ctr"/>
                      <a:r>
                        <a:rPr lang="zh-CN" altLang="en-US" dirty="0">
                          <a:effectLst/>
                          <a:latin typeface="MicrosoftYaHei"/>
                        </a:rPr>
                        <a:t>机器学习</a:t>
                      </a:r>
                    </a:p>
                  </a:txBody>
                  <a:tcPr anchor="ctr"/>
                </a:tc>
                <a:tc>
                  <a:txBody>
                    <a:bodyPr/>
                    <a:lstStyle/>
                    <a:p>
                      <a:pPr marL="0" algn="ctr" defTabSz="914400" rtl="0" eaLnBrk="1" fontAlgn="b" latinLnBrk="0" hangingPunct="1"/>
                      <a:r>
                        <a:rPr lang="en-US" altLang="zh-CN" sz="1500" kern="1200" dirty="0">
                          <a:solidFill>
                            <a:schemeClr val="dk1"/>
                          </a:solidFill>
                          <a:latin typeface="+mn-lt"/>
                          <a:ea typeface="+mn-ea"/>
                          <a:cs typeface="+mn-cs"/>
                        </a:rPr>
                        <a:t>60</a:t>
                      </a:r>
                    </a:p>
                  </a:txBody>
                  <a:tcPr marL="7620" marR="7620" marT="7620" marB="0" anchor="ctr"/>
                </a:tc>
                <a:extLst>
                  <a:ext uri="{0D108BD9-81ED-4DB2-BD59-A6C34878D82A}">
                    <a16:rowId xmlns:a16="http://schemas.microsoft.com/office/drawing/2014/main" val="3864324363"/>
                  </a:ext>
                </a:extLst>
              </a:tr>
              <a:tr h="436733">
                <a:tc>
                  <a:txBody>
                    <a:bodyPr/>
                    <a:lstStyle/>
                    <a:p>
                      <a:pPr algn="ctr"/>
                      <a:r>
                        <a:rPr lang="zh-CN" altLang="en-US" dirty="0">
                          <a:effectLst/>
                          <a:latin typeface="MicrosoftYaHei"/>
                        </a:rPr>
                        <a:t>工程伦理</a:t>
                      </a:r>
                    </a:p>
                  </a:txBody>
                  <a:tcPr anchor="ctr"/>
                </a:tc>
                <a:tc>
                  <a:txBody>
                    <a:bodyPr/>
                    <a:lstStyle/>
                    <a:p>
                      <a:pPr marL="0" algn="ctr" defTabSz="914400" rtl="0" eaLnBrk="1" fontAlgn="b" latinLnBrk="0" hangingPunct="1"/>
                      <a:r>
                        <a:rPr lang="en-US" altLang="zh-CN" sz="1500" kern="1200" dirty="0">
                          <a:solidFill>
                            <a:schemeClr val="dk1"/>
                          </a:solidFill>
                          <a:latin typeface="+mn-lt"/>
                          <a:ea typeface="+mn-ea"/>
                          <a:cs typeface="+mn-cs"/>
                        </a:rPr>
                        <a:t>84</a:t>
                      </a:r>
                    </a:p>
                  </a:txBody>
                  <a:tcPr marL="7620" marR="7620" marT="7620" marB="0" anchor="ctr"/>
                </a:tc>
                <a:tc>
                  <a:txBody>
                    <a:bodyPr/>
                    <a:lstStyle/>
                    <a:p>
                      <a:pPr algn="ctr"/>
                      <a:r>
                        <a:rPr lang="zh-CN" altLang="en-US" dirty="0">
                          <a:effectLst/>
                          <a:latin typeface="MicrosoftYaHei"/>
                        </a:rPr>
                        <a:t>最优控制与状态估计</a:t>
                      </a:r>
                    </a:p>
                  </a:txBody>
                  <a:tcPr anchor="ctr"/>
                </a:tc>
                <a:tc>
                  <a:txBody>
                    <a:bodyPr/>
                    <a:lstStyle/>
                    <a:p>
                      <a:pPr marL="0" algn="ctr" defTabSz="914400" rtl="0" eaLnBrk="1" fontAlgn="b" latinLnBrk="0" hangingPunct="1"/>
                      <a:r>
                        <a:rPr lang="en-US" altLang="zh-CN" sz="1500" kern="1200" dirty="0">
                          <a:solidFill>
                            <a:schemeClr val="dk1"/>
                          </a:solidFill>
                          <a:latin typeface="+mn-lt"/>
                          <a:ea typeface="+mn-ea"/>
                          <a:cs typeface="+mn-cs"/>
                        </a:rPr>
                        <a:t>73</a:t>
                      </a:r>
                    </a:p>
                  </a:txBody>
                  <a:tcPr marL="7620" marR="7620" marT="7620" marB="0" anchor="ctr"/>
                </a:tc>
                <a:extLst>
                  <a:ext uri="{0D108BD9-81ED-4DB2-BD59-A6C34878D82A}">
                    <a16:rowId xmlns:a16="http://schemas.microsoft.com/office/drawing/2014/main" val="2114985233"/>
                  </a:ext>
                </a:extLst>
              </a:tr>
              <a:tr h="436733">
                <a:tc>
                  <a:txBody>
                    <a:bodyPr/>
                    <a:lstStyle/>
                    <a:p>
                      <a:pPr algn="ctr"/>
                      <a:r>
                        <a:rPr lang="zh-CN" altLang="en-US" dirty="0">
                          <a:effectLst/>
                          <a:latin typeface="MicrosoftYaHei"/>
                        </a:rPr>
                        <a:t>人工智能</a:t>
                      </a:r>
                    </a:p>
                  </a:txBody>
                  <a:tcPr anchor="ctr"/>
                </a:tc>
                <a:tc>
                  <a:txBody>
                    <a:bodyPr/>
                    <a:lstStyle/>
                    <a:p>
                      <a:pPr marL="0" algn="ctr" defTabSz="914400" rtl="0" eaLnBrk="1" fontAlgn="b" latinLnBrk="0" hangingPunct="1"/>
                      <a:r>
                        <a:rPr lang="en-US" altLang="zh-CN" sz="1500" kern="1200" dirty="0">
                          <a:solidFill>
                            <a:schemeClr val="dk1"/>
                          </a:solidFill>
                          <a:latin typeface="+mn-lt"/>
                          <a:ea typeface="+mn-ea"/>
                          <a:cs typeface="+mn-cs"/>
                        </a:rPr>
                        <a:t>92</a:t>
                      </a:r>
                    </a:p>
                  </a:txBody>
                  <a:tcPr marL="7620" marR="7620" marT="7620" marB="0" anchor="ctr"/>
                </a:tc>
                <a:tc>
                  <a:txBody>
                    <a:bodyPr/>
                    <a:lstStyle/>
                    <a:p>
                      <a:pPr algn="ctr"/>
                      <a:r>
                        <a:rPr lang="zh-CN" altLang="en-US" dirty="0">
                          <a:effectLst/>
                          <a:latin typeface="MicrosoftYaHei"/>
                        </a:rPr>
                        <a:t>论文写作指导</a:t>
                      </a:r>
                    </a:p>
                  </a:txBody>
                  <a:tcPr anchor="ctr"/>
                </a:tc>
                <a:tc>
                  <a:txBody>
                    <a:bodyPr/>
                    <a:lstStyle/>
                    <a:p>
                      <a:pPr marL="0" algn="ctr" defTabSz="914400" rtl="0" eaLnBrk="1" fontAlgn="b" latinLnBrk="0" hangingPunct="1"/>
                      <a:r>
                        <a:rPr lang="en-US" altLang="zh-CN" sz="1500" kern="1200" dirty="0">
                          <a:solidFill>
                            <a:schemeClr val="dk1"/>
                          </a:solidFill>
                          <a:latin typeface="+mn-lt"/>
                          <a:ea typeface="+mn-ea"/>
                          <a:cs typeface="+mn-cs"/>
                        </a:rPr>
                        <a:t>73</a:t>
                      </a:r>
                    </a:p>
                  </a:txBody>
                  <a:tcPr marL="7620" marR="7620" marT="7620" marB="0" anchor="ctr"/>
                </a:tc>
                <a:extLst>
                  <a:ext uri="{0D108BD9-81ED-4DB2-BD59-A6C34878D82A}">
                    <a16:rowId xmlns:a16="http://schemas.microsoft.com/office/drawing/2014/main" val="729300802"/>
                  </a:ext>
                </a:extLst>
              </a:tr>
              <a:tr h="647832">
                <a:tc>
                  <a:txBody>
                    <a:bodyPr/>
                    <a:lstStyle/>
                    <a:p>
                      <a:pPr algn="ctr"/>
                      <a:r>
                        <a:rPr lang="zh-CN" altLang="en-US" dirty="0">
                          <a:effectLst/>
                          <a:latin typeface="MicrosoftYaHei"/>
                        </a:rPr>
                        <a:t>数理统计与数据分析</a:t>
                      </a:r>
                    </a:p>
                  </a:txBody>
                  <a:tcPr anchor="ctr"/>
                </a:tc>
                <a:tc>
                  <a:txBody>
                    <a:bodyPr/>
                    <a:lstStyle/>
                    <a:p>
                      <a:pPr marL="0" algn="ctr" defTabSz="914400" rtl="0" eaLnBrk="1" fontAlgn="b" latinLnBrk="0" hangingPunct="1"/>
                      <a:r>
                        <a:rPr lang="en-US" altLang="zh-CN" sz="1500" kern="1200" dirty="0">
                          <a:solidFill>
                            <a:schemeClr val="dk1"/>
                          </a:solidFill>
                          <a:latin typeface="+mn-lt"/>
                          <a:ea typeface="+mn-ea"/>
                          <a:cs typeface="+mn-cs"/>
                        </a:rPr>
                        <a:t>70</a:t>
                      </a:r>
                    </a:p>
                  </a:txBody>
                  <a:tcPr marL="7620" marR="7620" marT="7620" marB="0" anchor="ctr"/>
                </a:tc>
                <a:tc>
                  <a:txBody>
                    <a:bodyPr/>
                    <a:lstStyle/>
                    <a:p>
                      <a:pPr algn="ctr"/>
                      <a:r>
                        <a:rPr lang="zh-CN" altLang="en-US" dirty="0">
                          <a:effectLst/>
                          <a:latin typeface="MicrosoftYaHei"/>
                        </a:rPr>
                        <a:t>控制工程实践</a:t>
                      </a:r>
                    </a:p>
                  </a:txBody>
                  <a:tcPr anchor="ctr"/>
                </a:tc>
                <a:tc>
                  <a:txBody>
                    <a:bodyPr/>
                    <a:lstStyle/>
                    <a:p>
                      <a:pPr marL="0" algn="ctr" defTabSz="914400" rtl="0" eaLnBrk="1" fontAlgn="b" latinLnBrk="0" hangingPunct="1"/>
                      <a:r>
                        <a:rPr lang="en-US" altLang="zh-CN" sz="1500" kern="1200" dirty="0">
                          <a:solidFill>
                            <a:schemeClr val="dk1"/>
                          </a:solidFill>
                          <a:latin typeface="+mn-lt"/>
                          <a:ea typeface="+mn-ea"/>
                          <a:cs typeface="+mn-cs"/>
                        </a:rPr>
                        <a:t>85</a:t>
                      </a:r>
                    </a:p>
                  </a:txBody>
                  <a:tcPr marL="7620" marR="7620" marT="7620" marB="0" anchor="ctr"/>
                </a:tc>
                <a:extLst>
                  <a:ext uri="{0D108BD9-81ED-4DB2-BD59-A6C34878D82A}">
                    <a16:rowId xmlns:a16="http://schemas.microsoft.com/office/drawing/2014/main" val="3014730987"/>
                  </a:ext>
                </a:extLst>
              </a:tr>
              <a:tr h="436733">
                <a:tc>
                  <a:txBody>
                    <a:bodyPr/>
                    <a:lstStyle/>
                    <a:p>
                      <a:pPr algn="ctr"/>
                      <a:r>
                        <a:rPr lang="zh-CN" altLang="en-US" dirty="0">
                          <a:effectLst/>
                          <a:latin typeface="MicrosoftYaHei"/>
                        </a:rPr>
                        <a:t>矩阵论</a:t>
                      </a:r>
                    </a:p>
                  </a:txBody>
                  <a:tcPr anchor="ctr"/>
                </a:tc>
                <a:tc>
                  <a:txBody>
                    <a:bodyPr/>
                    <a:lstStyle/>
                    <a:p>
                      <a:pPr marL="0" algn="ctr" defTabSz="914400" rtl="0" eaLnBrk="1" fontAlgn="b" latinLnBrk="0" hangingPunct="1"/>
                      <a:r>
                        <a:rPr lang="en-US" altLang="zh-CN" sz="1500" kern="1200" dirty="0">
                          <a:solidFill>
                            <a:schemeClr val="dk1"/>
                          </a:solidFill>
                          <a:latin typeface="+mn-lt"/>
                          <a:ea typeface="+mn-ea"/>
                          <a:cs typeface="+mn-cs"/>
                        </a:rPr>
                        <a:t>79</a:t>
                      </a:r>
                    </a:p>
                  </a:txBody>
                  <a:tcPr marL="7620" marR="7620" marT="7620" marB="0" anchor="ctr"/>
                </a:tc>
                <a:tc>
                  <a:txBody>
                    <a:bodyPr/>
                    <a:lstStyle/>
                    <a:p>
                      <a:pPr algn="ctr" fontAlgn="b"/>
                      <a:endParaRPr lang="zh-CN" altLang="en-US" sz="1500" b="0" i="0" u="none" strike="noStrike" baseline="0" dirty="0">
                        <a:solidFill>
                          <a:srgbClr val="000000"/>
                        </a:solidFill>
                        <a:effectLst/>
                        <a:latin typeface="Times New Roman" panose="02020603050405020304" pitchFamily="18" charset="0"/>
                        <a:ea typeface="宋体" panose="02010600030101010101" pitchFamily="2" charset="-122"/>
                      </a:endParaRPr>
                    </a:p>
                  </a:txBody>
                  <a:tcPr marL="7620" marR="7620" marT="7620" marB="0" anchor="ctr"/>
                </a:tc>
                <a:tc>
                  <a:txBody>
                    <a:bodyPr/>
                    <a:lstStyle/>
                    <a:p>
                      <a:pPr algn="ctr" fontAlgn="b"/>
                      <a:endParaRPr lang="en-US" altLang="zh-CN" sz="1500" b="0" i="0" u="none" strike="noStrike" baseline="0" dirty="0">
                        <a:solidFill>
                          <a:srgbClr val="000000"/>
                        </a:solidFill>
                        <a:effectLst/>
                        <a:latin typeface="Times New Roman" panose="02020603050405020304" pitchFamily="18" charset="0"/>
                        <a:ea typeface="宋体" panose="02010600030101010101" pitchFamily="2" charset="-122"/>
                      </a:endParaRPr>
                    </a:p>
                  </a:txBody>
                  <a:tcPr marL="7620" marR="7620" marT="7620" marB="0" anchor="ctr"/>
                </a:tc>
                <a:extLst>
                  <a:ext uri="{0D108BD9-81ED-4DB2-BD59-A6C34878D82A}">
                    <a16:rowId xmlns:a16="http://schemas.microsoft.com/office/drawing/2014/main" val="83956301"/>
                  </a:ext>
                </a:extLst>
              </a:tr>
              <a:tr h="436733">
                <a:tc gridSpan="2">
                  <a:txBody>
                    <a:bodyPr/>
                    <a:lstStyle/>
                    <a:p>
                      <a:pPr algn="ctr" fontAlgn="b"/>
                      <a:r>
                        <a:rPr lang="zh-CN" altLang="en-US" sz="1900" b="0" u="none" strike="noStrike" baseline="0" dirty="0">
                          <a:solidFill>
                            <a:srgbClr val="000000"/>
                          </a:solidFill>
                          <a:effectLst/>
                        </a:rPr>
                        <a:t>平均成绩</a:t>
                      </a:r>
                      <a:endParaRPr lang="zh-CN" altLang="en-US" sz="1900" b="0" i="0" u="none" strike="noStrike" baseline="0" dirty="0">
                        <a:solidFill>
                          <a:srgbClr val="000000"/>
                        </a:solidFill>
                        <a:effectLst/>
                        <a:latin typeface="黑体" panose="02010609060101010101" pitchFamily="49" charset="-122"/>
                        <a:ea typeface="黑体" panose="02010609060101010101" pitchFamily="49" charset="-122"/>
                      </a:endParaRPr>
                    </a:p>
                  </a:txBody>
                  <a:tcPr marL="7620" marR="7620" marT="7620" marB="0" anchor="ctr"/>
                </a:tc>
                <a:tc hMerge="1">
                  <a:txBody>
                    <a:bodyPr/>
                    <a:lstStyle/>
                    <a:p>
                      <a:pPr algn="ctr" fontAlgn="b"/>
                      <a:endParaRPr lang="en-US" altLang="zh-CN" sz="1400" b="0" i="0" u="none" strike="noStrike" baseline="0" dirty="0">
                        <a:solidFill>
                          <a:srgbClr val="000000"/>
                        </a:solidFill>
                        <a:effectLst/>
                        <a:latin typeface="Times New Roman" panose="02020603050405020304" pitchFamily="18" charset="0"/>
                        <a:ea typeface="宋体" panose="02010600030101010101" pitchFamily="2" charset="-122"/>
                      </a:endParaRPr>
                    </a:p>
                  </a:txBody>
                  <a:tcPr marL="7620" marR="7620" marT="7620" marB="0" anchor="ctr"/>
                </a:tc>
                <a:tc gridSpan="2">
                  <a:txBody>
                    <a:bodyPr/>
                    <a:lstStyle/>
                    <a:p>
                      <a:pPr marL="0" algn="ctr" defTabSz="914400" rtl="0" eaLnBrk="1" fontAlgn="b" latinLnBrk="0" hangingPunct="1"/>
                      <a:r>
                        <a:rPr lang="en-US" altLang="zh-CN" sz="1900" kern="1200" dirty="0">
                          <a:solidFill>
                            <a:schemeClr val="dk1"/>
                          </a:solidFill>
                          <a:latin typeface="+mn-lt"/>
                          <a:ea typeface="+mn-ea"/>
                          <a:cs typeface="+mn-cs"/>
                        </a:rPr>
                        <a:t>78.153</a:t>
                      </a:r>
                    </a:p>
                  </a:txBody>
                  <a:tcPr marL="7620" marR="7620" marT="7620" marB="0" anchor="ctr"/>
                </a:tc>
                <a:tc hMerge="1">
                  <a:txBody>
                    <a:bodyPr/>
                    <a:lstStyle/>
                    <a:p>
                      <a:pPr algn="ctr" fontAlgn="b"/>
                      <a:endParaRPr lang="en-US" altLang="zh-CN" sz="1400" b="0" i="0" u="none" strike="noStrike" baseline="0" dirty="0">
                        <a:solidFill>
                          <a:srgbClr val="000000"/>
                        </a:solidFill>
                        <a:effectLst/>
                        <a:latin typeface="Times New Roman" panose="02020603050405020304" pitchFamily="18" charset="0"/>
                        <a:ea typeface="宋体" panose="02010600030101010101" pitchFamily="2" charset="-122"/>
                      </a:endParaRPr>
                    </a:p>
                  </a:txBody>
                  <a:tcPr marL="7620" marR="7620" marT="7620" marB="0" anchor="ctr"/>
                </a:tc>
                <a:extLst>
                  <a:ext uri="{0D108BD9-81ED-4DB2-BD59-A6C34878D82A}">
                    <a16:rowId xmlns:a16="http://schemas.microsoft.com/office/drawing/2014/main" val="4130328721"/>
                  </a:ext>
                </a:extLst>
              </a:tr>
            </a:tbl>
          </a:graphicData>
        </a:graphic>
      </p:graphicFrame>
    </p:spTree>
    <p:extLst>
      <p:ext uri="{BB962C8B-B14F-4D97-AF65-F5344CB8AC3E}">
        <p14:creationId xmlns:p14="http://schemas.microsoft.com/office/powerpoint/2010/main" val="136580988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D0D59F-DA5C-C287-3FD0-1186E0E6EED8}"/>
            </a:ext>
          </a:extLst>
        </p:cNvPr>
        <p:cNvGrpSpPr/>
        <p:nvPr/>
      </p:nvGrpSpPr>
      <p:grpSpPr>
        <a:xfrm>
          <a:off x="0" y="0"/>
          <a:ext cx="0" cy="0"/>
          <a:chOff x="0" y="0"/>
          <a:chExt cx="0" cy="0"/>
        </a:xfrm>
      </p:grpSpPr>
      <p:sp>
        <p:nvSpPr>
          <p:cNvPr id="765" name="CustomShape 1">
            <a:extLst>
              <a:ext uri="{FF2B5EF4-FFF2-40B4-BE49-F238E27FC236}">
                <a16:creationId xmlns:a16="http://schemas.microsoft.com/office/drawing/2014/main" id="{79B361B8-085B-20BA-3C04-F19FC0E4F2C3}"/>
              </a:ext>
            </a:extLst>
          </p:cNvPr>
          <p:cNvSpPr/>
          <p:nvPr/>
        </p:nvSpPr>
        <p:spPr>
          <a:xfrm>
            <a:off x="0" y="0"/>
            <a:ext cx="12190320" cy="806040"/>
          </a:xfrm>
          <a:prstGeom prst="rect">
            <a:avLst/>
          </a:prstGeom>
          <a:solidFill>
            <a:srgbClr val="535353"/>
          </a:solidFill>
          <a:ln w="25560">
            <a:noFill/>
          </a:ln>
        </p:spPr>
        <p:style>
          <a:lnRef idx="0">
            <a:srgbClr val="FFFFFF"/>
          </a:lnRef>
          <a:fillRef idx="0">
            <a:srgbClr val="FFFFFF"/>
          </a:fillRef>
          <a:effectRef idx="0">
            <a:srgbClr val="FFFFFF"/>
          </a:effectRef>
          <a:fontRef idx="minor"/>
        </p:style>
        <p:txBody>
          <a:bodyPr lIns="90000" tIns="45000" rIns="90000" bIns="45000" anchor="ctr">
            <a:noAutofit/>
          </a:bodyPr>
          <a:lstStyle/>
          <a:p>
            <a:pPr algn="ctr">
              <a:lnSpc>
                <a:spcPct val="150000"/>
              </a:lnSpc>
            </a:pPr>
            <a:r>
              <a:rPr lang="zh-CN" altLang="en-US" sz="3200" b="1" strike="noStrike" spc="-1">
                <a:solidFill>
                  <a:srgbClr val="FFFFFF"/>
                </a:solidFill>
                <a:latin typeface="Arial" panose="020B0604020202020204"/>
                <a:ea typeface="微软雅黑" panose="020B0503020204020204" charset="-122"/>
              </a:rPr>
              <a:t>中期总结</a:t>
            </a:r>
          </a:p>
        </p:txBody>
      </p:sp>
      <p:sp>
        <p:nvSpPr>
          <p:cNvPr id="766" name="CustomShape 2">
            <a:extLst>
              <a:ext uri="{FF2B5EF4-FFF2-40B4-BE49-F238E27FC236}">
                <a16:creationId xmlns:a16="http://schemas.microsoft.com/office/drawing/2014/main" id="{9C7540A5-C24B-6520-A5DE-49DF66BE7B64}"/>
              </a:ext>
            </a:extLst>
          </p:cNvPr>
          <p:cNvSpPr/>
          <p:nvPr/>
        </p:nvSpPr>
        <p:spPr>
          <a:xfrm>
            <a:off x="395640" y="967320"/>
            <a:ext cx="182880" cy="459720"/>
          </a:xfrm>
          <a:prstGeom prst="rect">
            <a:avLst/>
          </a:prstGeom>
          <a:noFill/>
          <a:ln>
            <a:noFill/>
          </a:ln>
        </p:spPr>
        <p:style>
          <a:lnRef idx="0">
            <a:srgbClr val="FFFFFF"/>
          </a:lnRef>
          <a:fillRef idx="0">
            <a:srgbClr val="FFFFFF"/>
          </a:fillRef>
          <a:effectRef idx="0">
            <a:srgbClr val="FFFFFF"/>
          </a:effectRef>
          <a:fontRef idx="minor"/>
        </p:style>
      </p:sp>
      <p:sp>
        <p:nvSpPr>
          <p:cNvPr id="767" name="CustomShape 3">
            <a:extLst>
              <a:ext uri="{FF2B5EF4-FFF2-40B4-BE49-F238E27FC236}">
                <a16:creationId xmlns:a16="http://schemas.microsoft.com/office/drawing/2014/main" id="{9AFA56CA-5515-357B-EBC8-891FE5B22AD9}"/>
              </a:ext>
            </a:extLst>
          </p:cNvPr>
          <p:cNvSpPr/>
          <p:nvPr/>
        </p:nvSpPr>
        <p:spPr>
          <a:xfrm>
            <a:off x="11387455" y="6320790"/>
            <a:ext cx="802640" cy="533400"/>
          </a:xfrm>
          <a:prstGeom prst="rect">
            <a:avLst/>
          </a:prstGeom>
          <a:noFill/>
          <a:ln>
            <a:noFill/>
          </a:ln>
        </p:spPr>
        <p:style>
          <a:lnRef idx="0">
            <a:srgbClr val="FFFFFF"/>
          </a:lnRef>
          <a:fillRef idx="0">
            <a:srgbClr val="FFFFFF"/>
          </a:fillRef>
          <a:effectRef idx="0">
            <a:srgbClr val="FFFFFF"/>
          </a:effectRef>
          <a:fontRef idx="minor"/>
        </p:style>
        <p:txBody>
          <a:bodyPr lIns="90000" tIns="45000" rIns="90000" bIns="45000">
            <a:noAutofit/>
          </a:bodyPr>
          <a:lstStyle/>
          <a:p>
            <a:pPr algn="r">
              <a:lnSpc>
                <a:spcPct val="100000"/>
              </a:lnSpc>
            </a:pPr>
            <a:r>
              <a:rPr lang="en-US" sz="1800" b="0" strike="noStrike" spc="-1">
                <a:solidFill>
                  <a:srgbClr val="000002"/>
                </a:solidFill>
                <a:latin typeface="宋体" panose="02010600030101010101" pitchFamily="2" charset="-122"/>
                <a:ea typeface="宋体" panose="02010600030101010101" pitchFamily="2" charset="-122"/>
              </a:rPr>
              <a:t>17  </a:t>
            </a:r>
            <a:endParaRPr lang="en-US" sz="1800" b="0" strike="noStrike" spc="-1">
              <a:latin typeface="Arial" panose="020B0604020202020204"/>
            </a:endParaRPr>
          </a:p>
        </p:txBody>
      </p:sp>
      <p:graphicFrame>
        <p:nvGraphicFramePr>
          <p:cNvPr id="2" name="表格 1">
            <a:extLst>
              <a:ext uri="{FF2B5EF4-FFF2-40B4-BE49-F238E27FC236}">
                <a16:creationId xmlns:a16="http://schemas.microsoft.com/office/drawing/2014/main" id="{9165EAD9-70D8-F3B1-0ACE-9388AEF975E7}"/>
              </a:ext>
            </a:extLst>
          </p:cNvPr>
          <p:cNvGraphicFramePr>
            <a:graphicFrameLocks noGrp="1"/>
          </p:cNvGraphicFramePr>
          <p:nvPr>
            <p:extLst>
              <p:ext uri="{D42A27DB-BD31-4B8C-83A1-F6EECF244321}">
                <p14:modId xmlns:p14="http://schemas.microsoft.com/office/powerpoint/2010/main" val="4254129944"/>
              </p:ext>
            </p:extLst>
          </p:nvPr>
        </p:nvGraphicFramePr>
        <p:xfrm>
          <a:off x="1286256" y="1414043"/>
          <a:ext cx="9331674" cy="1815914"/>
        </p:xfrm>
        <a:graphic>
          <a:graphicData uri="http://schemas.openxmlformats.org/drawingml/2006/table">
            <a:tbl>
              <a:tblPr firstRow="1" bandRow="1">
                <a:tableStyleId>{5C22544A-7EE6-4342-B048-85BDC9FD1C3A}</a:tableStyleId>
              </a:tblPr>
              <a:tblGrid>
                <a:gridCol w="3110558">
                  <a:extLst>
                    <a:ext uri="{9D8B030D-6E8A-4147-A177-3AD203B41FA5}">
                      <a16:colId xmlns:a16="http://schemas.microsoft.com/office/drawing/2014/main" val="3571030872"/>
                    </a:ext>
                  </a:extLst>
                </a:gridCol>
                <a:gridCol w="3110558">
                  <a:extLst>
                    <a:ext uri="{9D8B030D-6E8A-4147-A177-3AD203B41FA5}">
                      <a16:colId xmlns:a16="http://schemas.microsoft.com/office/drawing/2014/main" val="4227355537"/>
                    </a:ext>
                  </a:extLst>
                </a:gridCol>
                <a:gridCol w="3110558">
                  <a:extLst>
                    <a:ext uri="{9D8B030D-6E8A-4147-A177-3AD203B41FA5}">
                      <a16:colId xmlns:a16="http://schemas.microsoft.com/office/drawing/2014/main" val="3356972094"/>
                    </a:ext>
                  </a:extLst>
                </a:gridCol>
              </a:tblGrid>
              <a:tr h="907957">
                <a:tc>
                  <a:txBody>
                    <a:bodyPr/>
                    <a:lstStyle/>
                    <a:p>
                      <a:pPr algn="ctr"/>
                      <a:r>
                        <a:rPr lang="zh-CN" altLang="en-US" sz="1800" dirty="0"/>
                        <a:t>时间</a:t>
                      </a:r>
                    </a:p>
                  </a:txBody>
                  <a:tcPr anchor="ctr"/>
                </a:tc>
                <a:tc>
                  <a:txBody>
                    <a:bodyPr/>
                    <a:lstStyle/>
                    <a:p>
                      <a:pPr algn="ctr"/>
                      <a:r>
                        <a:rPr lang="zh-CN" altLang="en-US" sz="1800" dirty="0"/>
                        <a:t>名称</a:t>
                      </a:r>
                    </a:p>
                  </a:txBody>
                  <a:tcPr anchor="ctr"/>
                </a:tc>
                <a:tc>
                  <a:txBody>
                    <a:bodyPr/>
                    <a:lstStyle/>
                    <a:p>
                      <a:pPr algn="ctr"/>
                      <a:r>
                        <a:rPr lang="zh-CN" altLang="en-US" sz="1800" dirty="0"/>
                        <a:t>奖项</a:t>
                      </a:r>
                    </a:p>
                  </a:txBody>
                  <a:tcPr anchor="ctr"/>
                </a:tc>
                <a:extLst>
                  <a:ext uri="{0D108BD9-81ED-4DB2-BD59-A6C34878D82A}">
                    <a16:rowId xmlns:a16="http://schemas.microsoft.com/office/drawing/2014/main" val="3616478769"/>
                  </a:ext>
                </a:extLst>
              </a:tr>
              <a:tr h="907957">
                <a:tc>
                  <a:txBody>
                    <a:bodyPr/>
                    <a:lstStyle/>
                    <a:p>
                      <a:pPr marL="0" algn="ctr"/>
                      <a:r>
                        <a:rPr lang="en-US" altLang="zh-CN" sz="1800" dirty="0"/>
                        <a:t>2025</a:t>
                      </a:r>
                      <a:r>
                        <a:rPr lang="zh-CN" altLang="en-US" sz="1800" dirty="0"/>
                        <a:t>年</a:t>
                      </a:r>
                    </a:p>
                  </a:txBody>
                  <a:tcPr anchor="ctr"/>
                </a:tc>
                <a:tc>
                  <a:txBody>
                    <a:bodyPr/>
                    <a:lstStyle/>
                    <a:p>
                      <a:pPr marL="0" algn="ctr"/>
                      <a:r>
                        <a:rPr lang="zh-CN" altLang="en-US" sz="1800" kern="1200" dirty="0">
                          <a:solidFill>
                            <a:schemeClr val="dk1"/>
                          </a:solidFill>
                          <a:effectLst/>
                          <a:latin typeface="+mn-lt"/>
                          <a:ea typeface="+mn-ea"/>
                          <a:cs typeface="+mn-cs"/>
                        </a:rPr>
                        <a:t>第二十届中国研究生电子设计竞赛</a:t>
                      </a:r>
                      <a:endParaRPr lang="zh-CN" altLang="en-US" sz="1800" dirty="0"/>
                    </a:p>
                  </a:txBody>
                  <a:tcPr anchor="ctr"/>
                </a:tc>
                <a:tc>
                  <a:txBody>
                    <a:bodyPr/>
                    <a:lstStyle/>
                    <a:p>
                      <a:pPr marL="0" algn="ctr"/>
                      <a:r>
                        <a:rPr lang="zh-CN" altLang="en-US" sz="1800" dirty="0"/>
                        <a:t>省级一等奖</a:t>
                      </a:r>
                    </a:p>
                  </a:txBody>
                  <a:tcPr anchor="ctr"/>
                </a:tc>
                <a:extLst>
                  <a:ext uri="{0D108BD9-81ED-4DB2-BD59-A6C34878D82A}">
                    <a16:rowId xmlns:a16="http://schemas.microsoft.com/office/drawing/2014/main" val="3158246951"/>
                  </a:ext>
                </a:extLst>
              </a:tr>
            </a:tbl>
          </a:graphicData>
        </a:graphic>
      </p:graphicFrame>
    </p:spTree>
    <p:extLst>
      <p:ext uri="{BB962C8B-B14F-4D97-AF65-F5344CB8AC3E}">
        <p14:creationId xmlns:p14="http://schemas.microsoft.com/office/powerpoint/2010/main" val="280558528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9" name="CustomShape 1"/>
          <p:cNvSpPr/>
          <p:nvPr/>
        </p:nvSpPr>
        <p:spPr>
          <a:xfrm>
            <a:off x="1992240" y="2529000"/>
            <a:ext cx="8169120" cy="765810"/>
          </a:xfrm>
          <a:prstGeom prst="rect">
            <a:avLst/>
          </a:prstGeom>
          <a:noFill/>
          <a:ln>
            <a:noFill/>
          </a:ln>
        </p:spPr>
        <p:style>
          <a:lnRef idx="0">
            <a:srgbClr val="FFFFFF"/>
          </a:lnRef>
          <a:fillRef idx="0">
            <a:srgbClr val="FFFFFF"/>
          </a:fillRef>
          <a:effectRef idx="0">
            <a:srgbClr val="FFFFFF"/>
          </a:effectRef>
          <a:fontRef idx="minor"/>
        </p:style>
        <p:txBody>
          <a:bodyPr lIns="90000" tIns="45000" rIns="90000" bIns="45000">
            <a:spAutoFit/>
          </a:bodyPr>
          <a:lstStyle/>
          <a:p>
            <a:pPr algn="ctr">
              <a:lnSpc>
                <a:spcPct val="100000"/>
              </a:lnSpc>
              <a:tabLst>
                <a:tab pos="0" algn="l"/>
              </a:tabLst>
            </a:pPr>
            <a:r>
              <a:rPr lang="zh-CN" sz="4400" b="1" strike="noStrike" spc="588" dirty="0">
                <a:solidFill>
                  <a:srgbClr val="044875"/>
                </a:solidFill>
                <a:latin typeface="微软雅黑" panose="020B0503020204020204" charset="-122"/>
                <a:ea typeface="微软雅黑" panose="020B0503020204020204" charset="-122"/>
              </a:rPr>
              <a:t>恳请各位老师指正！</a:t>
            </a:r>
          </a:p>
        </p:txBody>
      </p:sp>
      <p:grpSp>
        <p:nvGrpSpPr>
          <p:cNvPr id="770" name="Group 2"/>
          <p:cNvGrpSpPr/>
          <p:nvPr/>
        </p:nvGrpSpPr>
        <p:grpSpPr>
          <a:xfrm>
            <a:off x="4154400" y="3452400"/>
            <a:ext cx="3846600" cy="358920"/>
            <a:chOff x="4154400" y="3452400"/>
            <a:chExt cx="3846600" cy="358920"/>
          </a:xfrm>
        </p:grpSpPr>
        <p:sp>
          <p:nvSpPr>
            <p:cNvPr id="771" name="Line 3"/>
            <p:cNvSpPr/>
            <p:nvPr/>
          </p:nvSpPr>
          <p:spPr>
            <a:xfrm>
              <a:off x="4154400" y="3452400"/>
              <a:ext cx="3846600" cy="0"/>
            </a:xfrm>
            <a:prstGeom prst="line">
              <a:avLst/>
            </a:prstGeom>
            <a:ln w="25560">
              <a:solidFill>
                <a:srgbClr val="044875"/>
              </a:solidFill>
              <a:miter/>
            </a:ln>
          </p:spPr>
          <p:style>
            <a:lnRef idx="0">
              <a:srgbClr val="FFFFFF"/>
            </a:lnRef>
            <a:fillRef idx="0">
              <a:srgbClr val="FFFFFF"/>
            </a:fillRef>
            <a:effectRef idx="0">
              <a:srgbClr val="FFFFFF"/>
            </a:effectRef>
            <a:fontRef idx="minor"/>
          </p:style>
        </p:sp>
        <p:sp>
          <p:nvSpPr>
            <p:cNvPr id="772" name="CustomShape 4"/>
            <p:cNvSpPr/>
            <p:nvPr/>
          </p:nvSpPr>
          <p:spPr>
            <a:xfrm flipV="1">
              <a:off x="5872320" y="3457080"/>
              <a:ext cx="409320" cy="353880"/>
            </a:xfrm>
            <a:prstGeom prst="triangle">
              <a:avLst>
                <a:gd name="adj" fmla="val 50000"/>
              </a:avLst>
            </a:prstGeom>
            <a:solidFill>
              <a:srgbClr val="044875"/>
            </a:solidFill>
            <a:ln w="25560">
              <a:noFill/>
            </a:ln>
          </p:spPr>
          <p:style>
            <a:lnRef idx="0">
              <a:srgbClr val="FFFFFF"/>
            </a:lnRef>
            <a:fillRef idx="0">
              <a:srgbClr val="FFFFFF"/>
            </a:fillRef>
            <a:effectRef idx="0">
              <a:srgbClr val="FFFFFF"/>
            </a:effectRef>
            <a:fontRef idx="minor"/>
          </p:style>
        </p:sp>
      </p:grpSp>
      <p:sp>
        <p:nvSpPr>
          <p:cNvPr id="773" name="CustomShape 5"/>
          <p:cNvSpPr/>
          <p:nvPr/>
        </p:nvSpPr>
        <p:spPr>
          <a:xfrm>
            <a:off x="1600200" y="2257560"/>
            <a:ext cx="8955000" cy="2381040"/>
          </a:xfrm>
          <a:prstGeom prst="rect">
            <a:avLst/>
          </a:prstGeom>
          <a:noFill/>
          <a:ln w="25560">
            <a:solidFill>
              <a:srgbClr val="044875"/>
            </a:solidFill>
            <a:miter/>
          </a:ln>
        </p:spPr>
        <p:style>
          <a:lnRef idx="0">
            <a:srgbClr val="FFFFFF"/>
          </a:lnRef>
          <a:fillRef idx="0">
            <a:srgbClr val="FFFFFF"/>
          </a:fillRef>
          <a:effectRef idx="0">
            <a:srgbClr val="FFFFFF"/>
          </a:effectRef>
          <a:fontRef idx="minor"/>
        </p:style>
      </p:sp>
      <p:grpSp>
        <p:nvGrpSpPr>
          <p:cNvPr id="774" name="Group 6"/>
          <p:cNvGrpSpPr/>
          <p:nvPr/>
        </p:nvGrpSpPr>
        <p:grpSpPr>
          <a:xfrm>
            <a:off x="10290240" y="4325760"/>
            <a:ext cx="1107720" cy="1128600"/>
            <a:chOff x="10290240" y="4325760"/>
            <a:chExt cx="1107720" cy="1128600"/>
          </a:xfrm>
        </p:grpSpPr>
        <p:sp>
          <p:nvSpPr>
            <p:cNvPr id="775" name="CustomShape 7"/>
            <p:cNvSpPr/>
            <p:nvPr/>
          </p:nvSpPr>
          <p:spPr>
            <a:xfrm>
              <a:off x="10464840" y="4502160"/>
              <a:ext cx="768240" cy="766440"/>
            </a:xfrm>
            <a:prstGeom prst="rect">
              <a:avLst/>
            </a:prstGeom>
            <a:solidFill>
              <a:srgbClr val="044875"/>
            </a:solidFill>
            <a:ln w="25560">
              <a:noFill/>
            </a:ln>
          </p:spPr>
          <p:style>
            <a:lnRef idx="0">
              <a:srgbClr val="FFFFFF"/>
            </a:lnRef>
            <a:fillRef idx="0">
              <a:srgbClr val="FFFFFF"/>
            </a:fillRef>
            <a:effectRef idx="0">
              <a:srgbClr val="FFFFFF"/>
            </a:effectRef>
            <a:fontRef idx="minor"/>
          </p:style>
        </p:sp>
        <p:sp>
          <p:nvSpPr>
            <p:cNvPr id="776" name="CustomShape 8"/>
            <p:cNvSpPr/>
            <p:nvPr/>
          </p:nvSpPr>
          <p:spPr>
            <a:xfrm>
              <a:off x="10290240" y="4325760"/>
              <a:ext cx="556920" cy="556920"/>
            </a:xfrm>
            <a:prstGeom prst="rect">
              <a:avLst/>
            </a:prstGeom>
            <a:solidFill>
              <a:srgbClr val="3B3838"/>
            </a:solidFill>
            <a:ln w="25560">
              <a:noFill/>
            </a:ln>
          </p:spPr>
          <p:style>
            <a:lnRef idx="0">
              <a:srgbClr val="FFFFFF"/>
            </a:lnRef>
            <a:fillRef idx="0">
              <a:srgbClr val="FFFFFF"/>
            </a:fillRef>
            <a:effectRef idx="0">
              <a:srgbClr val="FFFFFF"/>
            </a:effectRef>
            <a:fontRef idx="minor"/>
          </p:style>
        </p:sp>
        <p:sp>
          <p:nvSpPr>
            <p:cNvPr id="777" name="CustomShape 9"/>
            <p:cNvSpPr/>
            <p:nvPr/>
          </p:nvSpPr>
          <p:spPr>
            <a:xfrm>
              <a:off x="10841040" y="4897440"/>
              <a:ext cx="556920" cy="556920"/>
            </a:xfrm>
            <a:prstGeom prst="rect">
              <a:avLst/>
            </a:prstGeom>
            <a:solidFill>
              <a:srgbClr val="3B3838"/>
            </a:solidFill>
            <a:ln w="25560">
              <a:noFill/>
            </a:ln>
          </p:spPr>
          <p:style>
            <a:lnRef idx="0">
              <a:srgbClr val="FFFFFF"/>
            </a:lnRef>
            <a:fillRef idx="0">
              <a:srgbClr val="FFFFFF"/>
            </a:fillRef>
            <a:effectRef idx="0">
              <a:srgbClr val="FFFFFF"/>
            </a:effectRef>
            <a:fontRef idx="minor"/>
          </p:style>
        </p:sp>
      </p:grpSp>
      <p:grpSp>
        <p:nvGrpSpPr>
          <p:cNvPr id="778" name="Group 10"/>
          <p:cNvGrpSpPr/>
          <p:nvPr/>
        </p:nvGrpSpPr>
        <p:grpSpPr>
          <a:xfrm>
            <a:off x="792000" y="1461960"/>
            <a:ext cx="1108080" cy="1130040"/>
            <a:chOff x="792000" y="1461960"/>
            <a:chExt cx="1108080" cy="1130040"/>
          </a:xfrm>
        </p:grpSpPr>
        <p:sp>
          <p:nvSpPr>
            <p:cNvPr id="779" name="CustomShape 11"/>
            <p:cNvSpPr/>
            <p:nvPr/>
          </p:nvSpPr>
          <p:spPr>
            <a:xfrm>
              <a:off x="966960" y="1638360"/>
              <a:ext cx="768240" cy="768240"/>
            </a:xfrm>
            <a:prstGeom prst="rect">
              <a:avLst/>
            </a:prstGeom>
            <a:solidFill>
              <a:srgbClr val="044875"/>
            </a:solidFill>
            <a:ln w="25560">
              <a:noFill/>
            </a:ln>
          </p:spPr>
          <p:style>
            <a:lnRef idx="0">
              <a:srgbClr val="FFFFFF"/>
            </a:lnRef>
            <a:fillRef idx="0">
              <a:srgbClr val="FFFFFF"/>
            </a:fillRef>
            <a:effectRef idx="0">
              <a:srgbClr val="FFFFFF"/>
            </a:effectRef>
            <a:fontRef idx="minor"/>
          </p:style>
        </p:sp>
        <p:sp>
          <p:nvSpPr>
            <p:cNvPr id="780" name="CustomShape 12"/>
            <p:cNvSpPr/>
            <p:nvPr/>
          </p:nvSpPr>
          <p:spPr>
            <a:xfrm>
              <a:off x="792000" y="1461960"/>
              <a:ext cx="556920" cy="556920"/>
            </a:xfrm>
            <a:prstGeom prst="rect">
              <a:avLst/>
            </a:prstGeom>
            <a:solidFill>
              <a:srgbClr val="3B3838"/>
            </a:solidFill>
            <a:ln w="25560">
              <a:noFill/>
            </a:ln>
          </p:spPr>
          <p:style>
            <a:lnRef idx="0">
              <a:srgbClr val="FFFFFF"/>
            </a:lnRef>
            <a:fillRef idx="0">
              <a:srgbClr val="FFFFFF"/>
            </a:fillRef>
            <a:effectRef idx="0">
              <a:srgbClr val="FFFFFF"/>
            </a:effectRef>
            <a:fontRef idx="minor"/>
          </p:style>
        </p:sp>
        <p:sp>
          <p:nvSpPr>
            <p:cNvPr id="781" name="CustomShape 13"/>
            <p:cNvSpPr/>
            <p:nvPr/>
          </p:nvSpPr>
          <p:spPr>
            <a:xfrm>
              <a:off x="1343160" y="2035080"/>
              <a:ext cx="556920" cy="556920"/>
            </a:xfrm>
            <a:prstGeom prst="rect">
              <a:avLst/>
            </a:prstGeom>
            <a:solidFill>
              <a:srgbClr val="3B3838"/>
            </a:solidFill>
            <a:ln w="25560">
              <a:noFill/>
            </a:ln>
          </p:spPr>
          <p:style>
            <a:lnRef idx="0">
              <a:srgbClr val="FFFFFF"/>
            </a:lnRef>
            <a:fillRef idx="0">
              <a:srgbClr val="FFFFFF"/>
            </a:fillRef>
            <a:effectRef idx="0">
              <a:srgbClr val="FFFFFF"/>
            </a:effectRef>
            <a:fontRef idx="minor"/>
          </p:style>
        </p:sp>
      </p:grpSp>
      <p:sp>
        <p:nvSpPr>
          <p:cNvPr id="782" name="CustomShape 14"/>
          <p:cNvSpPr/>
          <p:nvPr/>
        </p:nvSpPr>
        <p:spPr>
          <a:xfrm>
            <a:off x="0" y="-12600"/>
            <a:ext cx="12190320" cy="371160"/>
          </a:xfrm>
          <a:prstGeom prst="rect">
            <a:avLst/>
          </a:prstGeom>
          <a:solidFill>
            <a:srgbClr val="044875"/>
          </a:solidFill>
          <a:ln w="25560">
            <a:noFill/>
          </a:ln>
        </p:spPr>
        <p:style>
          <a:lnRef idx="0">
            <a:srgbClr val="FFFFFF"/>
          </a:lnRef>
          <a:fillRef idx="0">
            <a:srgbClr val="FFFFFF"/>
          </a:fillRef>
          <a:effectRef idx="0">
            <a:srgbClr val="FFFFFF"/>
          </a:effectRef>
          <a:fontRef idx="minor"/>
        </p:style>
      </p:sp>
      <p:sp>
        <p:nvSpPr>
          <p:cNvPr id="783" name="CustomShape 15"/>
          <p:cNvSpPr/>
          <p:nvPr/>
        </p:nvSpPr>
        <p:spPr>
          <a:xfrm>
            <a:off x="11566440" y="6523200"/>
            <a:ext cx="623520" cy="333000"/>
          </a:xfrm>
          <a:prstGeom prst="rect">
            <a:avLst/>
          </a:prstGeom>
          <a:solidFill>
            <a:srgbClr val="044875"/>
          </a:solidFill>
          <a:ln w="25560">
            <a:noFill/>
          </a:ln>
        </p:spPr>
        <p:style>
          <a:lnRef idx="0">
            <a:srgbClr val="FFFFFF"/>
          </a:lnRef>
          <a:fillRef idx="0">
            <a:srgbClr val="FFFFFF"/>
          </a:fillRef>
          <a:effectRef idx="0">
            <a:srgbClr val="FFFFFF"/>
          </a:effectRef>
          <a:fontRef idx="minor"/>
        </p:style>
      </p:sp>
      <p:sp>
        <p:nvSpPr>
          <p:cNvPr id="784" name="CustomShape 16"/>
          <p:cNvSpPr/>
          <p:nvPr/>
        </p:nvSpPr>
        <p:spPr>
          <a:xfrm>
            <a:off x="0" y="6523200"/>
            <a:ext cx="10437480" cy="333000"/>
          </a:xfrm>
          <a:prstGeom prst="rect">
            <a:avLst/>
          </a:prstGeom>
          <a:solidFill>
            <a:srgbClr val="044875"/>
          </a:solidFill>
          <a:ln w="25560">
            <a:noFill/>
          </a:ln>
        </p:spPr>
        <p:style>
          <a:lnRef idx="0">
            <a:srgbClr val="FFFFFF"/>
          </a:lnRef>
          <a:fillRef idx="0">
            <a:srgbClr val="FFFFFF"/>
          </a:fillRef>
          <a:effectRef idx="0">
            <a:srgbClr val="FFFFFF"/>
          </a:effectRef>
          <a:fontRef idx="minor"/>
        </p:style>
      </p:sp>
      <p:sp>
        <p:nvSpPr>
          <p:cNvPr id="785" name="CustomShape 17"/>
          <p:cNvSpPr/>
          <p:nvPr/>
        </p:nvSpPr>
        <p:spPr>
          <a:xfrm>
            <a:off x="10264680" y="6539040"/>
            <a:ext cx="1498320" cy="394560"/>
          </a:xfrm>
          <a:prstGeom prst="rect">
            <a:avLst/>
          </a:prstGeom>
          <a:noFill/>
          <a:ln>
            <a:noFill/>
          </a:ln>
        </p:spPr>
        <p:style>
          <a:lnRef idx="0">
            <a:srgbClr val="FFFFFF"/>
          </a:lnRef>
          <a:fillRef idx="0">
            <a:srgbClr val="FFFFFF"/>
          </a:fillRef>
          <a:effectRef idx="0">
            <a:srgbClr val="FFFFFF"/>
          </a:effectRef>
          <a:fontRef idx="minor"/>
        </p:style>
        <p:txBody>
          <a:bodyPr lIns="90000" tIns="45000" rIns="90000" bIns="45000">
            <a:spAutoFit/>
          </a:bodyPr>
          <a:lstStyle/>
          <a:p>
            <a:pPr algn="ctr">
              <a:lnSpc>
                <a:spcPct val="100000"/>
              </a:lnSpc>
              <a:tabLst>
                <a:tab pos="0" algn="l"/>
              </a:tabLst>
            </a:pPr>
            <a:r>
              <a:rPr lang="en-US" sz="2000" b="0" strike="noStrike" spc="-1">
                <a:solidFill>
                  <a:srgbClr val="044875"/>
                </a:solidFill>
                <a:latin typeface="微软雅黑" panose="020B0503020204020204" charset="-122"/>
                <a:ea typeface="微软雅黑" panose="020B0503020204020204" charset="-122"/>
              </a:rPr>
              <a:t>LOGO</a:t>
            </a:r>
            <a:endParaRPr lang="en-US" sz="2000" b="0" strike="noStrike" spc="-1">
              <a:latin typeface="Arial" panose="020B0604020202020204"/>
            </a:endParaRPr>
          </a:p>
        </p:txBody>
      </p:sp>
    </p:spTree>
  </p:cSld>
  <p:clrMapOvr>
    <a:masterClrMapping/>
  </p:clrMapOvr>
  <p:transition spd="slow">
    <p:wipe/>
  </p:transition>
</p:sld>
</file>

<file path=ppt/tags/tag1.xml><?xml version="1.0" encoding="utf-8"?>
<p:tagLst xmlns:a="http://schemas.openxmlformats.org/drawingml/2006/main" xmlns:r="http://schemas.openxmlformats.org/officeDocument/2006/relationships" xmlns:p="http://schemas.openxmlformats.org/presentationml/2006/main">
  <p:tag name="RESOURCE_RECORD_KEY" val="{&quot;13&quot;:[4364974]}"/>
  <p:tag name="COMMONDATA" val="eyJoZGlkIjoiYzU4OWI1MjBkM2U3NDRkODQ0ODg4MmNmZTlmYTc1ZDUifQ=="/>
</p:tagLst>
</file>

<file path=ppt/tags/tag2.xml><?xml version="1.0" encoding="utf-8"?>
<p:tagLst xmlns:a="http://schemas.openxmlformats.org/drawingml/2006/main" xmlns:r="http://schemas.openxmlformats.org/officeDocument/2006/relationships" xmlns:p="http://schemas.openxmlformats.org/presentationml/2006/main">
  <p:tag name="KSO_WM_BEAUTIFY_FLAG" val=""/>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1069</TotalTime>
  <Words>3100</Words>
  <Application>Microsoft Office PowerPoint</Application>
  <PresentationFormat>宽屏</PresentationFormat>
  <Paragraphs>253</Paragraphs>
  <Slides>24</Slides>
  <Notes>21</Notes>
  <HiddenSlides>0</HiddenSlides>
  <MMClips>0</MMClips>
  <ScaleCrop>false</ScaleCrop>
  <HeadingPairs>
    <vt:vector size="6" baseType="variant">
      <vt:variant>
        <vt:lpstr>已用的字体</vt:lpstr>
      </vt:variant>
      <vt:variant>
        <vt:i4>13</vt:i4>
      </vt:variant>
      <vt:variant>
        <vt:lpstr>主题</vt:lpstr>
      </vt:variant>
      <vt:variant>
        <vt:i4>3</vt:i4>
      </vt:variant>
      <vt:variant>
        <vt:lpstr>幻灯片标题</vt:lpstr>
      </vt:variant>
      <vt:variant>
        <vt:i4>24</vt:i4>
      </vt:variant>
    </vt:vector>
  </HeadingPairs>
  <TitlesOfParts>
    <vt:vector size="40" baseType="lpstr">
      <vt:lpstr>MicrosoftYaHei</vt:lpstr>
      <vt:lpstr>等线</vt:lpstr>
      <vt:lpstr>黑体</vt:lpstr>
      <vt:lpstr>宋体</vt:lpstr>
      <vt:lpstr>微软雅黑</vt:lpstr>
      <vt:lpstr>Arial</vt:lpstr>
      <vt:lpstr>Calibri</vt:lpstr>
      <vt:lpstr>Calibri Light</vt:lpstr>
      <vt:lpstr>Cambria Math</vt:lpstr>
      <vt:lpstr>Impact</vt:lpstr>
      <vt:lpstr>Symbol</vt:lpstr>
      <vt:lpstr>Times New Roman</vt:lpstr>
      <vt:lpstr>Wingdings</vt:lpstr>
      <vt:lpstr>Office Theme</vt:lpstr>
      <vt:lpstr>Office Theme</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锐旗设计</dc:creator>
  <cp:lastModifiedBy>lic lic</cp:lastModifiedBy>
  <cp:revision>143</cp:revision>
  <dcterms:created xsi:type="dcterms:W3CDTF">2016-07-01T08:16:00Z</dcterms:created>
  <dcterms:modified xsi:type="dcterms:W3CDTF">2026-01-10T10:17:08Z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14.0000</vt:lpwstr>
  </property>
  <property fmtid="{D5CDD505-2E9C-101B-9397-08002B2CF9AE}" pid="3" name="HiddenSlides">
    <vt:i4>0</vt:i4>
  </property>
  <property fmtid="{D5CDD505-2E9C-101B-9397-08002B2CF9AE}" pid="4" name="HyperlinksChanged">
    <vt:bool>false</vt:bool>
  </property>
  <property fmtid="{D5CDD505-2E9C-101B-9397-08002B2CF9AE}" pid="5" name="ICV">
    <vt:lpwstr>97E73BCC65564787B9F03A80D52918B1_12</vt:lpwstr>
  </property>
  <property fmtid="{D5CDD505-2E9C-101B-9397-08002B2CF9AE}" pid="6" name="KSOProductBuildVer">
    <vt:lpwstr>2052-12.1.0.15990</vt:lpwstr>
  </property>
  <property fmtid="{D5CDD505-2E9C-101B-9397-08002B2CF9AE}" pid="7" name="LinksUpToDate">
    <vt:bool>false</vt:bool>
  </property>
  <property fmtid="{D5CDD505-2E9C-101B-9397-08002B2CF9AE}" pid="8" name="MMClips">
    <vt:i4>0</vt:i4>
  </property>
  <property fmtid="{D5CDD505-2E9C-101B-9397-08002B2CF9AE}" pid="9" name="Notes">
    <vt:i4>0</vt:i4>
  </property>
  <property fmtid="{D5CDD505-2E9C-101B-9397-08002B2CF9AE}" pid="10" name="PresentationFormat">
    <vt:lpwstr>宽屏</vt:lpwstr>
  </property>
  <property fmtid="{D5CDD505-2E9C-101B-9397-08002B2CF9AE}" pid="11" name="ScaleCrop">
    <vt:bool>false</vt:bool>
  </property>
  <property fmtid="{D5CDD505-2E9C-101B-9397-08002B2CF9AE}" pid="12" name="ShareDoc">
    <vt:bool>false</vt:bool>
  </property>
  <property fmtid="{D5CDD505-2E9C-101B-9397-08002B2CF9AE}" pid="13" name="Slides">
    <vt:i4>29</vt:i4>
  </property>
</Properties>
</file>