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7" r:id="rId3"/>
    <p:sldId id="303" r:id="rId4"/>
    <p:sldId id="275" r:id="rId5"/>
    <p:sldId id="304" r:id="rId6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0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AAB6"/>
    <a:srgbClr val="5CB2D9"/>
    <a:srgbClr val="82CBC3"/>
    <a:srgbClr val="3E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2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90" y="3534"/>
      </p:cViewPr>
      <p:guideLst>
        <p:guide orient="horz" pos="1780"/>
        <p:guide pos="38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F994-49C7-4BDA-9350-501D68E4140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25" t="13778"/>
          <a:stretch>
            <a:fillRect/>
          </a:stretch>
        </p:blipFill>
        <p:spPr>
          <a:xfrm>
            <a:off x="8033993" y="2042160"/>
            <a:ext cx="4158006" cy="48158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25" b="11669"/>
          <a:stretch>
            <a:fillRect/>
          </a:stretch>
        </p:blipFill>
        <p:spPr>
          <a:xfrm>
            <a:off x="107317" y="0"/>
            <a:ext cx="4663438" cy="5533376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860226" y="2808017"/>
            <a:ext cx="5009908" cy="1953877"/>
            <a:chOff x="8059" y="7291"/>
            <a:chExt cx="4836" cy="835"/>
          </a:xfrm>
        </p:grpSpPr>
        <p:sp>
          <p:nvSpPr>
            <p:cNvPr id="78" name="文本框 77"/>
            <p:cNvSpPr txBox="1"/>
            <p:nvPr/>
          </p:nvSpPr>
          <p:spPr>
            <a:xfrm>
              <a:off x="8059" y="7291"/>
              <a:ext cx="3461" cy="2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报告人：李海军</a:t>
              </a:r>
              <a:endPara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8198" y="7571"/>
              <a:ext cx="3496" cy="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指导教师：王小刚</a:t>
              </a:r>
              <a:r>
                <a:rPr lang="en-US" altLang="zh-CN" sz="2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 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8449" y="7902"/>
              <a:ext cx="4446" cy="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报告时间：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2025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年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9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月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12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日</a:t>
              </a:r>
            </a:p>
          </p:txBody>
        </p:sp>
      </p:grpSp>
      <p:sp>
        <p:nvSpPr>
          <p:cNvPr id="77" name="矩形 76"/>
          <p:cNvSpPr/>
          <p:nvPr/>
        </p:nvSpPr>
        <p:spPr>
          <a:xfrm>
            <a:off x="2454048" y="580905"/>
            <a:ext cx="733131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8000" dirty="0">
                <a:solidFill>
                  <a:srgbClr val="3DAAB6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rPr>
              <a:t>学术汇报</a:t>
            </a:r>
            <a:endParaRPr kumimoji="0" lang="en-US" altLang="zh-CN" sz="8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9949988" y="429065"/>
            <a:ext cx="2242013" cy="576775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/>
        </p:nvSpPr>
        <p:spPr>
          <a:xfrm flipV="1">
            <a:off x="0" y="429065"/>
            <a:ext cx="10067790" cy="576775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2C9130-FBD8-B98C-5D98-94873CA35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77" y="1255772"/>
            <a:ext cx="11713658" cy="3644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9949988" y="429065"/>
            <a:ext cx="2242013" cy="576775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/>
        </p:nvSpPr>
        <p:spPr>
          <a:xfrm flipV="1">
            <a:off x="0" y="410474"/>
            <a:ext cx="10055783" cy="604244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215880" y="563880"/>
            <a:ext cx="1961515" cy="3683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lang="zh-CN" altLang="en-US" spc="300" dirty="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</p:txBody>
      </p:sp>
      <p:sp>
        <p:nvSpPr>
          <p:cNvPr id="51" name="TextBox 11"/>
          <p:cNvSpPr txBox="1"/>
          <p:nvPr/>
        </p:nvSpPr>
        <p:spPr>
          <a:xfrm>
            <a:off x="6976307" y="4664028"/>
            <a:ext cx="1246886" cy="3384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黑体 CN Normal" panose="020B0400000000000000" pitchFamily="34" charset="-122"/>
              </a:rPr>
              <a:t>关键词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BB6508-096B-DC92-14F5-6AD6920F9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692" y="1145424"/>
            <a:ext cx="7389550" cy="4567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1E76D-7C23-1664-0293-2ACA5DD7E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7477624-6A9D-9760-672C-7DD635D08F63}"/>
              </a:ext>
            </a:extLst>
          </p:cNvPr>
          <p:cNvSpPr/>
          <p:nvPr/>
        </p:nvSpPr>
        <p:spPr>
          <a:xfrm flipV="1">
            <a:off x="9949988" y="429065"/>
            <a:ext cx="2242013" cy="576775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BDD0609F-6CD7-CDFD-4FF2-11FC26EFA9EB}"/>
              </a:ext>
            </a:extLst>
          </p:cNvPr>
          <p:cNvSpPr/>
          <p:nvPr/>
        </p:nvSpPr>
        <p:spPr>
          <a:xfrm flipV="1">
            <a:off x="0" y="410474"/>
            <a:ext cx="10055783" cy="604244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2147CB-94C3-F154-AD4B-5BFBD18A3161}"/>
              </a:ext>
            </a:extLst>
          </p:cNvPr>
          <p:cNvSpPr txBox="1"/>
          <p:nvPr/>
        </p:nvSpPr>
        <p:spPr>
          <a:xfrm>
            <a:off x="10215880" y="563880"/>
            <a:ext cx="1961515" cy="3683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lang="zh-CN" altLang="en-US" spc="300" dirty="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</p:txBody>
      </p:sp>
      <p:sp>
        <p:nvSpPr>
          <p:cNvPr id="51" name="TextBox 11">
            <a:extLst>
              <a:ext uri="{FF2B5EF4-FFF2-40B4-BE49-F238E27FC236}">
                <a16:creationId xmlns:a16="http://schemas.microsoft.com/office/drawing/2014/main" id="{0D9F1358-FC75-3B13-C9AA-0F7DAEF570C1}"/>
              </a:ext>
            </a:extLst>
          </p:cNvPr>
          <p:cNvSpPr txBox="1"/>
          <p:nvPr/>
        </p:nvSpPr>
        <p:spPr>
          <a:xfrm>
            <a:off x="6976307" y="4664028"/>
            <a:ext cx="1246886" cy="3384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黑体 CN Normal" panose="020B0400000000000000" pitchFamily="34" charset="-122"/>
              </a:rPr>
              <a:t>关键词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090A90-9F22-5717-AB88-643DF7CC1BC6}"/>
              </a:ext>
            </a:extLst>
          </p:cNvPr>
          <p:cNvSpPr txBox="1"/>
          <p:nvPr/>
        </p:nvSpPr>
        <p:spPr>
          <a:xfrm>
            <a:off x="1207697" y="1397479"/>
            <a:ext cx="44598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4000" dirty="0"/>
          </a:p>
          <a:p>
            <a:r>
              <a:rPr lang="zh-CN" altLang="en-US" sz="4000" dirty="0"/>
              <a:t>多线程管理</a:t>
            </a:r>
            <a:endParaRPr lang="en-US" altLang="zh-CN" sz="4000" dirty="0"/>
          </a:p>
          <a:p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62690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1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NiwiaGRpZCI6IjE2MTJhYWM4ODBlZGRiOTg2MjRmY2Q3NmU0NzUwOTBkIiwidXNlckNvdW50IjoyfQ=="/>
  <p:tag name="KSO_WPP_MARK_KEY" val="b5d5d4d8-fae6-4f32-8417-d48d32afacb0"/>
</p:tagLst>
</file>

<file path=ppt/theme/theme1.xml><?xml version="1.0" encoding="utf-8"?>
<a:theme xmlns:a="http://schemas.openxmlformats.org/drawingml/2006/main" name="Office 主题​​">
  <a:themeElements>
    <a:clrScheme name="自定义 185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CA9B6"/>
      </a:accent1>
      <a:accent2>
        <a:srgbClr val="80CAC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85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CA9B6"/>
      </a:accent1>
      <a:accent2>
        <a:srgbClr val="80CAC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41</Words>
  <Application>Microsoft Office PowerPoint</Application>
  <PresentationFormat>宽屏</PresentationFormat>
  <Paragraphs>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阿里巴巴普惠体</vt:lpstr>
      <vt:lpstr>等线</vt:lpstr>
      <vt:lpstr>等线 Light</vt:lpstr>
      <vt:lpstr>思源宋体 CN Heavy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LIC</dc:creator>
  <cp:lastModifiedBy>lic lic</cp:lastModifiedBy>
  <cp:revision>66</cp:revision>
  <dcterms:created xsi:type="dcterms:W3CDTF">2019-11-15T01:58:00Z</dcterms:created>
  <dcterms:modified xsi:type="dcterms:W3CDTF">2025-10-16T08:28:04Z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TemplateUUID">
    <vt:lpwstr>v1.0_mb_dlQcp65oTb8jH0+a0xOncA==</vt:lpwstr>
  </property>
  <property fmtid="{D5CDD505-2E9C-101B-9397-08002B2CF9AE}" pid="4" name="ICV">
    <vt:lpwstr>CD135054CAF64EFEBBF99609DB0A9577</vt:lpwstr>
  </property>
</Properties>
</file>