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视觉 SLAM 与语义动态场景处理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学术汇报优化版本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视觉 SLAM 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利用图像序列进行建图</a:t>
            </a:r>
          </a:p>
          <a:p>
            <a:r>
              <a:t>• 单目：关键帧三角化</a:t>
            </a:r>
          </a:p>
          <a:p>
            <a:r>
              <a:t>• 双目：左右视差恢复深度</a:t>
            </a:r>
          </a:p>
          <a:p>
            <a:r>
              <a:t>• RGB-D：深度图直接反投影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SLAM 的挑战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高动态场景</a:t>
            </a:r>
            <a:r>
              <a:rPr dirty="0"/>
              <a:t> → </a:t>
            </a:r>
            <a:r>
              <a:rPr dirty="0" err="1"/>
              <a:t>特征关联受干扰</a:t>
            </a:r>
            <a:endParaRPr dirty="0"/>
          </a:p>
          <a:p>
            <a:r>
              <a:rPr dirty="0"/>
              <a:t>• </a:t>
            </a:r>
            <a:r>
              <a:rPr dirty="0" err="1"/>
              <a:t>粗糙</a:t>
            </a:r>
            <a:r>
              <a:rPr dirty="0"/>
              <a:t>/</a:t>
            </a:r>
            <a:r>
              <a:rPr dirty="0" err="1"/>
              <a:t>不规则环境</a:t>
            </a:r>
            <a:r>
              <a:rPr dirty="0"/>
              <a:t> → </a:t>
            </a:r>
            <a:r>
              <a:rPr dirty="0" err="1"/>
              <a:t>建图困难</a:t>
            </a:r>
            <a:endParaRPr dirty="0"/>
          </a:p>
          <a:p>
            <a:r>
              <a:rPr dirty="0"/>
              <a:t>• </a:t>
            </a:r>
            <a:r>
              <a:rPr dirty="0" err="1"/>
              <a:t>地图仅含几何信息</a:t>
            </a:r>
            <a:r>
              <a:rPr dirty="0"/>
              <a:t> → </a:t>
            </a:r>
            <a:r>
              <a:rPr dirty="0" err="1"/>
              <a:t>缺乏语义理解</a:t>
            </a:r>
            <a:endParaRPr dirty="0"/>
          </a:p>
          <a:p>
            <a:r>
              <a:rPr dirty="0"/>
              <a:t>• </a:t>
            </a:r>
            <a:r>
              <a:rPr dirty="0" err="1"/>
              <a:t>进入</a:t>
            </a:r>
            <a:r>
              <a:rPr dirty="0"/>
              <a:t> Robust-Perception </a:t>
            </a:r>
            <a:r>
              <a:rPr dirty="0" err="1"/>
              <a:t>Age，需要更强鲁棒性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动态环境中的 SLAM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• </a:t>
            </a:r>
            <a:r>
              <a:rPr lang="zh-CN" altLang="en-US" dirty="0"/>
              <a:t>行人等动态物体会破坏特征匹配</a:t>
            </a:r>
          </a:p>
          <a:p>
            <a:r>
              <a:rPr lang="en-US" altLang="zh-CN" dirty="0"/>
              <a:t>• </a:t>
            </a:r>
            <a:r>
              <a:rPr lang="zh-CN" altLang="en-US" dirty="0"/>
              <a:t>可能导致 </a:t>
            </a:r>
            <a:r>
              <a:rPr lang="en-US" altLang="zh-CN" dirty="0"/>
              <a:t>tracking </a:t>
            </a:r>
            <a:r>
              <a:rPr lang="zh-CN" altLang="en-US" dirty="0"/>
              <a:t>丢失或地图错误</a:t>
            </a:r>
          </a:p>
          <a:p>
            <a:r>
              <a:rPr lang="en-US" altLang="zh-CN" dirty="0"/>
              <a:t>• </a:t>
            </a:r>
            <a:r>
              <a:rPr lang="zh-CN" altLang="en-US" dirty="0"/>
              <a:t>激光 </a:t>
            </a:r>
            <a:r>
              <a:rPr lang="en-US" altLang="zh-CN" dirty="0"/>
              <a:t>+ IMU </a:t>
            </a:r>
            <a:r>
              <a:rPr lang="zh-CN" altLang="en-US" dirty="0"/>
              <a:t>提升鲁棒性，但纯视觉仍具挑战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语义分割</a:t>
            </a:r>
            <a:r>
              <a:rPr dirty="0"/>
              <a:t> + </a:t>
            </a:r>
            <a:r>
              <a:rPr dirty="0" err="1"/>
              <a:t>稠密建图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语义分割：识别动态</a:t>
            </a:r>
            <a:r>
              <a:rPr dirty="0"/>
              <a:t>/</a:t>
            </a:r>
            <a:r>
              <a:rPr dirty="0" err="1"/>
              <a:t>静态物体</a:t>
            </a:r>
            <a:endParaRPr dirty="0"/>
          </a:p>
          <a:p>
            <a:r>
              <a:rPr dirty="0"/>
              <a:t>• </a:t>
            </a:r>
            <a:r>
              <a:rPr dirty="0" err="1"/>
              <a:t>稠密建图：</a:t>
            </a:r>
            <a:r>
              <a:rPr dirty="0" err="1">
                <a:solidFill>
                  <a:srgbClr val="EE0000"/>
                </a:solidFill>
              </a:rPr>
              <a:t>构建更完整、更可用的地图</a:t>
            </a:r>
            <a:endParaRPr dirty="0">
              <a:solidFill>
                <a:srgbClr val="EE0000"/>
              </a:solidFill>
            </a:endParaRPr>
          </a:p>
          <a:p>
            <a:r>
              <a:rPr dirty="0"/>
              <a:t>• </a:t>
            </a:r>
            <a:r>
              <a:rPr dirty="0" err="1"/>
              <a:t>语义</a:t>
            </a:r>
            <a:r>
              <a:rPr dirty="0"/>
              <a:t> SLAM </a:t>
            </a:r>
            <a:r>
              <a:rPr dirty="0" err="1"/>
              <a:t>可显著提升机器人任务理解能力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111</Words>
  <Application>Microsoft Office PowerPoint</Application>
  <PresentationFormat>全屏显示(4:3)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视觉 SLAM 与语义动态场景处理</vt:lpstr>
      <vt:lpstr>视觉 SLAM 基础</vt:lpstr>
      <vt:lpstr>SLAM 的挑战</vt:lpstr>
      <vt:lpstr>动态环境中的 SLAM</vt:lpstr>
      <vt:lpstr>语义分割 + 稠密建图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lic lic</cp:lastModifiedBy>
  <cp:revision>3</cp:revision>
  <dcterms:created xsi:type="dcterms:W3CDTF">2013-01-27T09:14:16Z</dcterms:created>
  <dcterms:modified xsi:type="dcterms:W3CDTF">2025-12-04T12:09:16Z</dcterms:modified>
  <cp:category/>
</cp:coreProperties>
</file>