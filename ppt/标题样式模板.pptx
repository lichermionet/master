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9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914400"/>
            <a:ext cx="914400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63040" y="914400"/>
            <a:ext cx="6400800" cy="731520"/>
          </a:xfrm>
          <a:prstGeom prst="roundRect">
            <a:avLst/>
          </a:prstGeom>
          <a:solidFill>
            <a:srgbClr val="E6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1F3A5F"/>
                </a:solidFill>
              </a:defRPr>
            </a:pPr>
            <a:r>
              <a:t>图像融合背景及意义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914400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828800"/>
            <a:ext cx="6400800" cy="731520"/>
          </a:xfrm>
          <a:prstGeom prst="roundRect">
            <a:avLst/>
          </a:prstGeom>
          <a:solidFill>
            <a:srgbClr val="E6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1F3A5F"/>
                </a:solidFill>
              </a:defRPr>
            </a:pPr>
            <a:r>
              <a:t>红外与可见光图像融合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914400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743200"/>
            <a:ext cx="6400800" cy="731520"/>
          </a:xfrm>
          <a:prstGeom prst="roundRect">
            <a:avLst/>
          </a:prstGeom>
          <a:solidFill>
            <a:srgbClr val="E6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1F3A5F"/>
                </a:solidFill>
              </a:defRPr>
            </a:pPr>
            <a:r>
              <a:t>实验结果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57600"/>
            <a:ext cx="914400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657600"/>
            <a:ext cx="6400800" cy="731520"/>
          </a:xfrm>
          <a:prstGeom prst="roundRect">
            <a:avLst/>
          </a:prstGeom>
          <a:solidFill>
            <a:srgbClr val="E6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1F3A5F"/>
                </a:solidFill>
              </a:defRPr>
            </a:pPr>
            <a:r>
              <a:t>Mamba 进化史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Office PowerPoint</Application>
  <PresentationFormat>全屏显示(4:3)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lic lic</cp:lastModifiedBy>
  <cp:revision>1</cp:revision>
  <dcterms:created xsi:type="dcterms:W3CDTF">2013-01-27T09:14:16Z</dcterms:created>
  <dcterms:modified xsi:type="dcterms:W3CDTF">2025-12-15T12:02:55Z</dcterms:modified>
  <cp:category/>
</cp:coreProperties>
</file>